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32918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product that solves a daily hygiene problem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gym users, athletes, and active people.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4846320" cy="0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DRYBAG   |   MIDTERM PRESENTATION 2026</a:t>
            </a:r>
            <a:endParaRPr lang="en-US" sz="1000" dirty="0"/>
          </a:p>
        </p:txBody>
      </p:sp>
      <p:sp>
        <p:nvSpPr>
          <p:cNvPr id="18" name="Text Box 17"/>
          <p:cNvSpPr txBox="1"/>
          <p:nvPr/>
        </p:nvSpPr>
        <p:spPr>
          <a:xfrm>
            <a:off x="5870575" y="3561080"/>
            <a:ext cx="3048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TEAM MEMBERS </a:t>
            </a:r>
            <a:b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</a:br>
            <a:b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</a:b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YUSUFJON AKHMEDOV </a:t>
            </a:r>
            <a:b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</a:b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JAMIL HASAN</a:t>
            </a:r>
            <a:b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</a:br>
            <a:r>
              <a:rPr lang="en-US" alt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JAVOHIR </a:t>
            </a:r>
            <a:r>
              <a:rPr lang="en-US" alt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ABDUVOSITOV</a:t>
            </a:r>
            <a:br>
              <a:rPr lang="en-US" alt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</a:br>
            <a:r>
              <a:rPr lang="ko-KR" altLang="en-US" sz="14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김영목</a:t>
            </a:r>
            <a:r>
              <a:rPr lang="en-US" altLang="en-US" sz="14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</a:t>
            </a:r>
            <a:endParaRPr lang="en-US" altLang="en-US" sz="1400" b="1" kern="0" spc="200" dirty="0">
              <a:solidFill>
                <a:srgbClr val="9AA0B4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825" y="291465"/>
            <a:ext cx="3371215" cy="2863215"/>
          </a:xfrm>
          <a:prstGeom prst="rect">
            <a:avLst/>
          </a:prstGeom>
        </p:spPr>
      </p:pic>
      <p:sp>
        <p:nvSpPr>
          <p:cNvPr id="14" name="Shape 0"/>
          <p:cNvSpPr/>
          <p:nvPr/>
        </p:nvSpPr>
        <p:spPr>
          <a:xfrm>
            <a:off x="457200" y="41656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15" name="Text 1"/>
          <p:cNvSpPr/>
          <p:nvPr/>
        </p:nvSpPr>
        <p:spPr>
          <a:xfrm>
            <a:off x="457200" y="4165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DRY. STAY FRESH</a:t>
            </a:r>
            <a:endParaRPr lang="en-US" sz="1000" dirty="0"/>
          </a:p>
        </p:txBody>
      </p:sp>
      <p:sp>
        <p:nvSpPr>
          <p:cNvPr id="17" name="Text 2"/>
          <p:cNvSpPr/>
          <p:nvPr/>
        </p:nvSpPr>
        <p:spPr>
          <a:xfrm>
            <a:off x="365760" y="1326515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DryGO</a:t>
            </a:r>
            <a:endParaRPr lang="en-US" sz="6000" i="1" dirty="0"/>
          </a:p>
        </p:txBody>
      </p:sp>
      <p:sp>
        <p:nvSpPr>
          <p:cNvPr id="19" name="Text 3"/>
          <p:cNvSpPr/>
          <p:nvPr/>
        </p:nvSpPr>
        <p:spPr>
          <a:xfrm>
            <a:off x="457200" y="2788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Towel Drying Bag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gym sessions, wet towels sit in bags for hours — creating the perfect environment for bacteria and bad smell.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700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Towels Stay Damp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Towels remain moist for hours inside closed gym bags with no air circulation.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228600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2560320"/>
            <a:ext cx="640080" cy="640080"/>
          </a:xfrm>
          <a:prstGeom prst="ellipse">
            <a:avLst/>
          </a:prstGeom>
          <a:solidFill>
            <a:srgbClr val="50C878">
              <a:alpha val="20000"/>
            </a:srgbClr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6700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&amp; Odor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20440" y="370332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+ warmth causes rapid bacterial growth and unpleasant smell on fabric.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28600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2560320"/>
            <a:ext cx="640080" cy="640080"/>
          </a:xfrm>
          <a:prstGeom prst="ellipse">
            <a:avLst/>
          </a:prstGeom>
          <a:solidFill>
            <a:srgbClr val="6841E8">
              <a:alpha val="20000"/>
            </a:srgbClr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67004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Portable Solution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09360" y="370332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dryers are large household appliances — nothing exists for on-the-go use.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DryBag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self-contained bag that actively dries and sanitizes towels using built-in airflow, mild heat, and optional UV-C — no outlet, no laundry needed.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B7FD1">
              <a:alpha val="25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926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Airflow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0" y="2926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moisture through built-in fan + low heat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50C878">
              <a:alpha val="25000"/>
            </a:srgbClr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UV-C Sanitation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931920" y="3520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UV-C light reduces bacteria on fabric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6841E8">
              <a:alpha val="25000"/>
            </a:srgbClr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114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Portable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93192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battery — fits in any gym bag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 &amp; Features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waterproof portable bag with a sealed internal compartment that actively dries wet towels using integrated technology.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1143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423160"/>
            <a:ext cx="594360" cy="59436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523744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Waterproof Chamber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71576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wet towels from other belongings — no moisture transfer.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2148840"/>
            <a:ext cx="4023360" cy="1143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423160"/>
            <a:ext cx="594360" cy="594360"/>
          </a:xfrm>
          <a:prstGeom prst="ellipse">
            <a:avLst/>
          </a:prstGeom>
          <a:solidFill>
            <a:srgbClr val="50C878">
              <a:alpha val="20000"/>
            </a:srgbClr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523744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Fan + Mild Heat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271576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moisture evaporation and cuts drying time significantly.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4023360" cy="1143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749040"/>
            <a:ext cx="594360" cy="594360"/>
          </a:xfrm>
          <a:prstGeom prst="ellipse">
            <a:avLst/>
          </a:prstGeom>
          <a:solidFill>
            <a:srgbClr val="6841E8">
              <a:alpha val="20000"/>
            </a:srgbClr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849624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57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UV-C Light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404164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bacteria on fabric for hygiene beyond simple drying.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17720" y="3474720"/>
            <a:ext cx="4023360" cy="1143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0" y="3749040"/>
            <a:ext cx="594360" cy="59436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849624"/>
            <a:ext cx="393192" cy="3931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657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Battery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404164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outlet needed. Fits any gym bag or backpack.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1783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7373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945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Seal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wet towel in, close the compartment.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554480"/>
            <a:ext cx="1965960" cy="1783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1691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737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1945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Detection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4320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measures moisture inside.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554480"/>
            <a:ext cx="1965960" cy="1783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1691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7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1945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Drying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4632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+ low heat remove moisture.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66560" y="1554480"/>
            <a:ext cx="1965960" cy="1783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49440" y="1691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737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19456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4944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shuts off when dry.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THRESHOLD LOGIC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4023360"/>
            <a:ext cx="2651760" cy="822960"/>
          </a:xfrm>
          <a:prstGeom prst="rect">
            <a:avLst/>
          </a:prstGeom>
          <a:solidFill>
            <a:srgbClr val="15151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28" name="Text 22"/>
          <p:cNvSpPr/>
          <p:nvPr/>
        </p:nvSpPr>
        <p:spPr>
          <a:xfrm>
            <a:off x="68580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70%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103120" y="41148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drying cycle active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46120" y="4023360"/>
            <a:ext cx="2651760" cy="822960"/>
          </a:xfrm>
          <a:prstGeom prst="rect">
            <a:avLst/>
          </a:prstGeom>
          <a:solidFill>
            <a:srgbClr val="15151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46120" y="4023360"/>
            <a:ext cx="73152" cy="822960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33" name="Text 27"/>
          <p:cNvSpPr/>
          <p:nvPr/>
        </p:nvSpPr>
        <p:spPr>
          <a:xfrm>
            <a:off x="347472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60%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892040" y="41148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3474720" y="4434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continues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035040" y="4023360"/>
            <a:ext cx="2651760" cy="822960"/>
          </a:xfrm>
          <a:prstGeom prst="rect">
            <a:avLst/>
          </a:prstGeom>
          <a:solidFill>
            <a:srgbClr val="15151F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035040" y="4023360"/>
            <a:ext cx="73152" cy="822960"/>
          </a:xfrm>
          <a:prstGeom prst="rect">
            <a:avLst/>
          </a:prstGeom>
          <a:solidFill>
            <a:srgbClr val="50C878"/>
          </a:solidFill>
        </p:spPr>
      </p:sp>
      <p:sp>
        <p:nvSpPr>
          <p:cNvPr id="38" name="Text 32"/>
          <p:cNvSpPr/>
          <p:nvPr/>
        </p:nvSpPr>
        <p:spPr>
          <a:xfrm>
            <a:off x="6263640" y="4114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40%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7680960" y="411480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263640" y="4434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stops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&amp; Slogan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"STAY DRY.  STAY FRESH"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slogan speaks directly to the two pain points from our research: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4114800" cy="9144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788920"/>
            <a:ext cx="548640" cy="54864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5394960" y="2743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4960" y="3063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78% who carry wet towels because they're rushing between gym, work, and home.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3611880"/>
            <a:ext cx="4114800" cy="9144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3794760"/>
            <a:ext cx="548640" cy="548640"/>
          </a:xfrm>
          <a:prstGeom prst="ellipse">
            <a:avLst/>
          </a:prstGeom>
          <a:solidFill>
            <a:srgbClr val="50C878">
              <a:alpha val="20000"/>
            </a:srgbClr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38862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37490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Fresh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94960" y="40690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64% bothered by odor and the 71% who want a hygiene solution.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44348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comfort  •  Green = health  •  White = tidiness  •  T = Towel, Time, Tidiness</a:t>
            </a:r>
            <a:endParaRPr lang="en-US" sz="9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880233"/>
            <a:ext cx="365760" cy="3657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5" y="1624330"/>
            <a:ext cx="2806700" cy="2383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surveyed active gym-goers in urban Korea. The results confirmed strong, unmet demand for a portable hygiene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210312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Wet Towels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damp towels home in bags after gym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51760" cy="210312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2860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246120" y="3337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Odor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bad smell from stored wet towels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51760" cy="210312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860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6035040" y="3337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Solution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703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interested in a portable drying product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Korea's fitness market context: 13% of consumers hold gym memberships and 43% actively spend on sports monthly (Statista, 2024–2025).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Selling 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solidFill>
            <a:srgbClr val="15151F"/>
          </a:solidFill>
          <a:ln w="19050">
            <a:solidFill>
              <a:srgbClr val="684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rgbClr val="6841E8">
              <a:alpha val="3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7373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057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Gym-Goers, Age 18 – 35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young professionals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gym habits (3+ times a week)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 and hygiene-conscious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 — live on phone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for convenience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1005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618488"/>
            <a:ext cx="548640" cy="54864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099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5544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Urban Gym Population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has a booming fitness culture, especially in Seoul, Busan, Incheon.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2514600"/>
            <a:ext cx="4023360" cy="1005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00600" y="2715768"/>
            <a:ext cx="548640" cy="548640"/>
          </a:xfrm>
          <a:prstGeom prst="ellipse">
            <a:avLst/>
          </a:prstGeom>
          <a:solidFill>
            <a:srgbClr val="50C878">
              <a:alpha val="20000"/>
            </a:srgbClr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072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26517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 Climate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0" y="29718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summers keep fabrics damp longer — product relevance increases.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3813048"/>
            <a:ext cx="548640" cy="548640"/>
          </a:xfrm>
          <a:prstGeom prst="ellipse">
            <a:avLst/>
          </a:prstGeom>
          <a:solidFill>
            <a:srgbClr val="6841E8">
              <a:alpha val="20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90448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7490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Hygiene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0" y="40690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are more sensitive to sanitation than ever before.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 Them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strategy — our audience lives on their phone, so we skip TV entirely and focus spend where they already are.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CHANNELS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51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5420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8346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Reels: wet in, dry out in 30 min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32735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Fitness Creators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" y="35661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Korean influencers (10k–100k)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93192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4005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Fitness Ads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" y="42976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Strava, MyFitnessPal, Nike Training Club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663440" y="2057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SELL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46888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25420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Website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57800" y="28346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 — full margin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63440" y="320040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383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32735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Coupang &amp; Naver Smart Store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257800" y="35661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Korea's biggest e-commerce reach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63440" y="3931920"/>
            <a:ext cx="4023360" cy="64008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148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57800" y="4005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Partnerships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257800" y="42976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Fitness, Fitness Club kiosks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Promos &amp; Companion App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291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2B7FD1">
              <a:alpha val="25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6420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Vibe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23774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minimal, tech-meets-gym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Blue–white accents from logo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video: seal bag → dry towel 30 min later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grid: clean, editorial tone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97480" cy="3291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50C878">
              <a:alpha val="25000"/>
            </a:srgbClr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75564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66420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2331720"/>
            <a:ext cx="23774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20% off first 1,000 units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quick-dry towel bundled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Referral: bring a friend, both save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discount for 18–25 segment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417320"/>
            <a:ext cx="2697480" cy="32918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6841E8">
              <a:alpha val="25000"/>
            </a:srgbClr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5564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66420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63640" y="2331720"/>
            <a:ext cx="2377440" cy="2240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drying cycle tracking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UV bulb health alerts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tips &amp; reminders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D4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"dry streak" challenges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Pricing &amp; Profit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PER UNIT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783080"/>
          <a:ext cx="4206240" cy="2340864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9AA0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(KRW)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Waterproof bag + chamber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fan + heating element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UV-C LED module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sensor + PCB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Rechargeable battery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+ packaging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84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COGS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684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₩50,000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417320"/>
            <a:ext cx="3749040" cy="128016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37760" y="1417320"/>
            <a:ext cx="73152" cy="1280160"/>
          </a:xfrm>
          <a:prstGeom prst="rect">
            <a:avLst/>
          </a:prstGeom>
          <a:solidFill>
            <a:srgbClr val="50C878"/>
          </a:solidFill>
        </p:spPr>
      </p:sp>
      <p:sp>
        <p:nvSpPr>
          <p:cNvPr id="9" name="Text 6"/>
          <p:cNvSpPr/>
          <p:nvPr/>
        </p:nvSpPr>
        <p:spPr>
          <a:xfrm>
            <a:off x="5120640" y="14813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0" y="17373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₩119,000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315200" y="19202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$89 USD</a:t>
            </a:r>
            <a:endParaRPr lang="en-US" sz="1200" dirty="0"/>
          </a:p>
        </p:txBody>
      </p:sp>
      <p:sp>
        <p:nvSpPr>
          <p:cNvPr id="6" name="Text 9"/>
          <p:cNvSpPr/>
          <p:nvPr/>
        </p:nvSpPr>
        <p:spPr>
          <a:xfrm>
            <a:off x="5120640" y="23317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 gross margin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2834640"/>
            <a:ext cx="3749040" cy="192024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834640"/>
            <a:ext cx="73152" cy="1920240"/>
          </a:xfrm>
          <a:prstGeom prst="rect">
            <a:avLst/>
          </a:prstGeom>
          <a:solidFill>
            <a:srgbClr val="6841E8"/>
          </a:solidFill>
        </p:spPr>
      </p:sp>
      <p:sp>
        <p:nvSpPr>
          <p:cNvPr id="15" name="Text 12"/>
          <p:cNvSpPr/>
          <p:nvPr/>
        </p:nvSpPr>
        <p:spPr>
          <a:xfrm>
            <a:off x="5120640" y="29077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PROJECTION (CONSERVATIVE)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66360" y="32004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0" y="32004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66360" y="34564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345643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₩1.19 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371246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71246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₩500 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66360" y="39684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Ops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0" y="396849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₩400 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166360" y="4279392"/>
            <a:ext cx="3429000" cy="0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43708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0" y="432511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84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₩290 M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3D1F99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 DryBag Wins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2B7FD1">
              <a:alpha val="2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385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&amp; Effortless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towel in, seal, walk away. No setup, no plug, no laundry.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55448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828800"/>
            <a:ext cx="640080" cy="640080"/>
          </a:xfrm>
          <a:prstGeom prst="ellipse">
            <a:avLst/>
          </a:prstGeom>
          <a:solidFill>
            <a:srgbClr val="50C878">
              <a:alpha val="20000"/>
            </a:srgbClr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9385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606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Hygiene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0440" y="2971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drying + UV-C beats letting towels rot in a gym bag.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554480"/>
            <a:ext cx="2651760" cy="2286000"/>
          </a:xfrm>
          <a:prstGeom prst="rect">
            <a:avLst/>
          </a:prstGeom>
          <a:solidFill>
            <a:srgbClr val="1515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828800"/>
            <a:ext cx="640080" cy="640080"/>
          </a:xfrm>
          <a:prstGeom prst="ellipse">
            <a:avLst/>
          </a:prstGeom>
          <a:solidFill>
            <a:srgbClr val="6841E8">
              <a:alpha val="20000"/>
            </a:srgbClr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93852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606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to Build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09360" y="297180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accessible components keep production costs manageable.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3D1F99"/>
          </a:solidFill>
        </p:spPr>
      </p:sp>
      <p:sp>
        <p:nvSpPr>
          <p:cNvPr id="21" name="Text 16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 —  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4938</Words>
  <Application>WPS Presentation</Application>
  <PresentationFormat>On-screen Show (16:9)</PresentationFormat>
  <Paragraphs>336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BatangChe</vt:lpstr>
      <vt:lpstr>Apple SD Gothic Neo</vt:lpstr>
      <vt:lpstr>Microsoft YaHei</vt:lpstr>
      <vt:lpstr>汉仪旗黑</vt:lpstr>
      <vt:lpstr>Arial Unicode MS</vt:lpstr>
      <vt:lpstr>宋体-简</vt:lpstr>
      <vt:lpstr>Baoli SC</vt:lpstr>
      <vt:lpstr>Apple LiSung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DryBag - Midterm Presentation</dc:title>
  <dc:creator>Team DryBag</dc:creator>
  <dc:subject>PptxGenJS Presentation</dc:subject>
  <cp:lastModifiedBy>Yusufjon Ahmedov</cp:lastModifiedBy>
  <cp:revision>4</cp:revision>
  <dcterms:created xsi:type="dcterms:W3CDTF">2026-04-27T01:16:06Z</dcterms:created>
  <dcterms:modified xsi:type="dcterms:W3CDTF">2026-04-27T01:16:06Z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E3576E9131DF60DCC051E569D129B47A_42</vt:lpwstr>
  </property>
  <property fmtid="{D5CDD505-2E9C-101B-9397-08002B2CF9AE}" pid="3" name="KSOProductBuildVer">
    <vt:lpwstr>1033-12.1.23155.23155</vt:lpwstr>
  </property>
</Properties>
</file>