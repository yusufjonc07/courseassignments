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00"/>
    <p:restoredTop sz="94694"/>
  </p:normalViewPr>
  <p:slideViewPr>
    <p:cSldViewPr snapToGrid="0">
      <p:cViewPr varScale="1">
        <p:scale>
          <a:sx n="119" d="100"/>
          <a:sy n="119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0F6A9-5D23-C454-8B16-D3810E9F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7D0C89-9DB3-1D4E-BBD2-9E7833295A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03DDC-177F-85AE-8052-EBDAC1E3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C37F-D96F-094A-B05F-7B1C42742A50}" type="datetimeFigureOut">
              <a:rPr lang="en-UZ" smtClean="0"/>
              <a:t>06/06/25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429E3-4134-EC76-F67D-7E63DD165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29AC3-14CB-6ACE-CF94-1BA333A10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C7ED-18CC-C744-93E5-8A2EDE701494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336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3A20-6497-7D0C-D14D-E7399F651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EC176-3357-F37B-C957-B4D1236C0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033C-76A2-7233-7F63-4809471DC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C37F-D96F-094A-B05F-7B1C42742A50}" type="datetimeFigureOut">
              <a:rPr lang="en-UZ" smtClean="0"/>
              <a:t>06/06/25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CA4AD-33FF-3DFF-336D-02AC87F93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35FF5-ECAA-2F66-92DA-BB7C6E296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C7ED-18CC-C744-93E5-8A2EDE701494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293211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BF1D9-2D25-66CD-1D68-4062798C6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22A87-F8B8-2AB5-8E70-C41ACAF55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A14BD-913F-3C85-136C-E91C0000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C37F-D96F-094A-B05F-7B1C42742A50}" type="datetimeFigureOut">
              <a:rPr lang="en-UZ" smtClean="0"/>
              <a:t>06/06/25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07447-8729-B777-F326-54944A5A9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D2C31-9104-D50A-2D79-24379BF6E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C7ED-18CC-C744-93E5-8A2EDE701494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19312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DB73-6793-D7CB-928E-0F14B7960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B4DDA-6FD2-BBA9-9531-8286A6A52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BC26EB-0258-7AC3-64B6-43889A9E2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7B9BA-B9BD-B73B-073F-2024D51D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C37F-D96F-094A-B05F-7B1C42742A50}" type="datetimeFigureOut">
              <a:rPr lang="en-UZ" smtClean="0"/>
              <a:t>06/06/25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7D5E13-821F-092F-F2E4-2A9F57091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8D40B-A5BD-03EC-F880-5740E64AB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C7ED-18CC-C744-93E5-8A2EDE701494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788264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79805-2F8D-B78F-ABE0-D2FED7761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BC278-E3A6-4401-EB5B-0E6C9F5DA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8A247-6686-48B4-406F-8022391EB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72E7AC-C967-2444-2B34-72E2B36190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49526-220F-6AE7-1391-876BA5D926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7415CD-972C-863D-30B1-EE7273E66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C37F-D96F-094A-B05F-7B1C42742A50}" type="datetimeFigureOut">
              <a:rPr lang="en-UZ" smtClean="0"/>
              <a:t>06/06/25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0D6BA5-5696-9B7E-A0F5-851CCC8D5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7E2A84-E7D2-C14A-9DAD-7D0CBE921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C7ED-18CC-C744-93E5-8A2EDE701494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88347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F047F-7F98-3622-A26E-240D7382A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330AE9-2E5E-5CAE-351B-52524CD74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C37F-D96F-094A-B05F-7B1C42742A50}" type="datetimeFigureOut">
              <a:rPr lang="en-UZ" smtClean="0"/>
              <a:t>06/06/25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488D3-B7B4-9D8D-FDD4-A0E963EE1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C0C59-4956-5BDD-D296-87B04251E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C7ED-18CC-C744-93E5-8A2EDE701494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22392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ABA023-0741-3516-8E51-01A7C5926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C37F-D96F-094A-B05F-7B1C42742A50}" type="datetimeFigureOut">
              <a:rPr lang="en-UZ" smtClean="0"/>
              <a:t>06/06/25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6CB6-A116-C210-DB5D-B17A8C45C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63BE5-7CC0-CC50-854A-4F83E77C1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C7ED-18CC-C744-93E5-8A2EDE701494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381185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428F6-8C5D-1592-CE35-ED8348DE1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5CF12-9AD9-8E97-B270-1BFEE2E14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A50A0-211E-A9B6-EAC5-0DEF13FD0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6AE51-FA48-5403-BB10-FED81A036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C37F-D96F-094A-B05F-7B1C42742A50}" type="datetimeFigureOut">
              <a:rPr lang="en-UZ" smtClean="0"/>
              <a:t>06/06/25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358F9-6E08-C9CC-0E7A-FD6F09D2E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4F3D71-153D-94D8-B7D2-E8C5D9483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C7ED-18CC-C744-93E5-8A2EDE701494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007951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3ED83-61AD-A8DB-E7B0-36BEA56B0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6CFB0E-3E6D-F913-EF3B-2692E689E7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48018-EC3C-FDD8-7DA2-A61452EF5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50460-CECE-36B1-946D-0C26F38D9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C37F-D96F-094A-B05F-7B1C42742A50}" type="datetimeFigureOut">
              <a:rPr lang="en-UZ" smtClean="0"/>
              <a:t>06/06/25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FD054-DF9A-0D3A-3147-E78776682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57526F-3225-2685-1182-5F6EC83EC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C7ED-18CC-C744-93E5-8A2EDE701494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715524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2F515-6E81-89EF-5DE4-6A529C06E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958971-28A5-46DB-F9FF-F67A790F3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6EB02-E01B-778F-A811-BB8DA75EC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C37F-D96F-094A-B05F-7B1C42742A50}" type="datetimeFigureOut">
              <a:rPr lang="en-UZ" smtClean="0"/>
              <a:t>06/06/25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49717-8192-D602-1AF2-568DB7B03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543BD-DC1C-8722-0CC7-1F56C0F8F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C7ED-18CC-C744-93E5-8A2EDE701494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754150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C246A2-4237-39C6-03A5-0F452682F6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FCE7EB-2B48-A3B2-AF10-2589A9782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764E1-79FD-FAED-F8CA-9C0A6EDBA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C37F-D96F-094A-B05F-7B1C42742A50}" type="datetimeFigureOut">
              <a:rPr lang="en-UZ" smtClean="0"/>
              <a:t>06/06/25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3A505-6027-0295-6A76-684D1D78A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52B58-DF70-8E95-9FA9-8B17976DF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C7ED-18CC-C744-93E5-8A2EDE701494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150883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50C822-405C-9607-3307-F4D42362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1FC1D-407D-B84E-96AF-893B17E9F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9B39D-BF7B-C72A-4FDD-9897C9A228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13C37F-D96F-094A-B05F-7B1C42742A50}" type="datetimeFigureOut">
              <a:rPr lang="en-UZ" smtClean="0"/>
              <a:t>06/06/25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E3DB9-7433-D440-C3F6-F8292435B2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A5C8C-34A5-CA79-3C14-ECF38E151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1EC7ED-18CC-C744-93E5-8A2EDE701494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5704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ocker.com/" TargetMode="External"/><Relationship Id="rId3" Type="http://schemas.openxmlformats.org/officeDocument/2006/relationships/hyperlink" Target="https://fastapi.tiangolo.com/" TargetMode="External"/><Relationship Id="rId7" Type="http://schemas.openxmlformats.org/officeDocument/2006/relationships/hyperlink" Target="https://www.postgresql.org/" TargetMode="External"/><Relationship Id="rId2" Type="http://schemas.openxmlformats.org/officeDocument/2006/relationships/hyperlink" Target="https://waitkue.onrender.com/doc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i.vuestic.dev/" TargetMode="External"/><Relationship Id="rId5" Type="http://schemas.openxmlformats.org/officeDocument/2006/relationships/hyperlink" Target="https://vuejs.org/" TargetMode="External"/><Relationship Id="rId10" Type="http://schemas.openxmlformats.org/officeDocument/2006/relationships/hyperlink" Target="https://render.com/" TargetMode="External"/><Relationship Id="rId4" Type="http://schemas.openxmlformats.org/officeDocument/2006/relationships/hyperlink" Target="https://waitkue-demo.onrender.com/" TargetMode="External"/><Relationship Id="rId9" Type="http://schemas.openxmlformats.org/officeDocument/2006/relationships/hyperlink" Target="https://github.com/yusufjonc0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F5AC5-1F02-E80B-7479-4743816C7C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Z" dirty="0"/>
              <a:t>Project Sources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3DF61-EE2C-7A2D-D586-53B4A51030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Z" dirty="0"/>
              <a:t>WAITKUE</a:t>
            </a:r>
          </a:p>
        </p:txBody>
      </p:sp>
    </p:spTree>
    <p:extLst>
      <p:ext uri="{BB962C8B-B14F-4D97-AF65-F5344CB8AC3E}">
        <p14:creationId xmlns:p14="http://schemas.microsoft.com/office/powerpoint/2010/main" val="3724605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98433-226C-1B14-A19E-FAE1A6BC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Z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BAB53-EE65-CB6F-F271-E0B3201C0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Z" dirty="0">
                <a:hlinkClick r:id="rId2"/>
              </a:rPr>
              <a:t>Backend</a:t>
            </a:r>
            <a:r>
              <a:rPr lang="en-UZ" dirty="0"/>
              <a:t>: Python3.9 – </a:t>
            </a:r>
            <a:r>
              <a:rPr lang="en-UZ" dirty="0">
                <a:hlinkClick r:id="rId3"/>
              </a:rPr>
              <a:t>FastAPI</a:t>
            </a:r>
            <a:endParaRPr lang="en-UZ" dirty="0"/>
          </a:p>
          <a:p>
            <a:r>
              <a:rPr lang="en-UZ" dirty="0">
                <a:hlinkClick r:id="rId4"/>
              </a:rPr>
              <a:t>Frontend</a:t>
            </a:r>
            <a:r>
              <a:rPr lang="en-UZ" dirty="0"/>
              <a:t>: Javascript – </a:t>
            </a:r>
            <a:r>
              <a:rPr lang="en-UZ" dirty="0">
                <a:hlinkClick r:id="rId5"/>
              </a:rPr>
              <a:t>VueJS</a:t>
            </a:r>
            <a:r>
              <a:rPr lang="en-UZ" dirty="0"/>
              <a:t> – </a:t>
            </a:r>
            <a:r>
              <a:rPr lang="en-UZ" dirty="0">
                <a:hlinkClick r:id="rId6"/>
              </a:rPr>
              <a:t>Vuestic</a:t>
            </a:r>
            <a:r>
              <a:rPr lang="en-UZ" dirty="0"/>
              <a:t>	</a:t>
            </a:r>
          </a:p>
          <a:p>
            <a:r>
              <a:rPr lang="en-UZ" dirty="0"/>
              <a:t>Database: </a:t>
            </a:r>
            <a:r>
              <a:rPr lang="en-UZ" dirty="0">
                <a:hlinkClick r:id="rId7"/>
              </a:rPr>
              <a:t>PostgreSQL</a:t>
            </a:r>
            <a:endParaRPr lang="en-UZ" dirty="0"/>
          </a:p>
          <a:p>
            <a:r>
              <a:rPr lang="en-UZ" dirty="0"/>
              <a:t>Tools: </a:t>
            </a:r>
            <a:r>
              <a:rPr lang="en-UZ" dirty="0">
                <a:hlinkClick r:id="rId8"/>
              </a:rPr>
              <a:t>Docker</a:t>
            </a:r>
            <a:r>
              <a:rPr lang="en-UZ" dirty="0"/>
              <a:t>, </a:t>
            </a:r>
            <a:r>
              <a:rPr lang="en-UZ" dirty="0">
                <a:hlinkClick r:id="rId9"/>
              </a:rPr>
              <a:t>GitHub</a:t>
            </a:r>
            <a:endParaRPr lang="en-UZ" dirty="0"/>
          </a:p>
          <a:p>
            <a:r>
              <a:rPr lang="en-UZ" dirty="0"/>
              <a:t>Cloud: </a:t>
            </a:r>
            <a:r>
              <a:rPr lang="en-UZ" dirty="0">
                <a:hlinkClick r:id="rId10"/>
              </a:rPr>
              <a:t>Render</a:t>
            </a:r>
            <a:endParaRPr lang="en-UZ" dirty="0"/>
          </a:p>
        </p:txBody>
      </p:sp>
    </p:spTree>
    <p:extLst>
      <p:ext uri="{BB962C8B-B14F-4D97-AF65-F5344CB8AC3E}">
        <p14:creationId xmlns:p14="http://schemas.microsoft.com/office/powerpoint/2010/main" val="2981912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28</Words>
  <Application>Microsoft Macintosh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Project Sources</vt:lpstr>
      <vt:lpstr>Contents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유수프존</dc:creator>
  <cp:lastModifiedBy>유수프존</cp:lastModifiedBy>
  <cp:revision>1</cp:revision>
  <dcterms:created xsi:type="dcterms:W3CDTF">2025-06-06T04:37:47Z</dcterms:created>
  <dcterms:modified xsi:type="dcterms:W3CDTF">2025-06-06T05:18:31Z</dcterms:modified>
</cp:coreProperties>
</file>