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embedTrueTypeFonts="1" autoCompressPictures="0">
  <p:sldMasterIdLst>
    <p:sldMasterId id="2147483648" r:id="rId1"/>
  </p:sldMasterIdLst>
  <p:notesMasterIdLst>
    <p:notesMasterId r:id="rId15"/>
  </p:notesMasterIdLst>
  <p:sldIdLst>
    <p:sldId id="276" r:id="rId2"/>
    <p:sldId id="267" r:id="rId3"/>
    <p:sldId id="268" r:id="rId4"/>
    <p:sldId id="269" r:id="rId5"/>
    <p:sldId id="277" r:id="rId6"/>
    <p:sldId id="270" r:id="rId7"/>
    <p:sldId id="271" r:id="rId8"/>
    <p:sldId id="278" r:id="rId9"/>
    <p:sldId id="272" r:id="rId10"/>
    <p:sldId id="273" r:id="rId11"/>
    <p:sldId id="279" r:id="rId12"/>
    <p:sldId id="274" r:id="rId13"/>
    <p:sldId id="275" r:id="rId14"/>
  </p:sldIdLst>
  <p:sldSz cx="12192000" cy="6858000"/>
  <p:notesSz cx="6858000" cy="9144000"/>
  <p:embeddedFontLst>
    <p:embeddedFont>
      <p:font typeface="Montserrat" pitchFamily="2" charset="77"/>
      <p:regular r:id="rId16"/>
      <p:bold r:id="rId17"/>
      <p:italic r:id="rId18"/>
      <p:boldItalic r:id="rId19"/>
    </p:embeddedFont>
    <p:embeddedFont>
      <p:font typeface="Poppins SemiBold" panose="020B0604020202020204" pitchFamily="34" charset="0"/>
      <p:regular r:id="rId20"/>
      <p:bold r:id="rId21"/>
      <p:italic r:id="rId22"/>
      <p:boldItalic r:id="rId23"/>
    </p:embeddedFont>
    <p:embeddedFont>
      <p:font typeface="Raleway" pitchFamily="2" charset="77"/>
      <p:regular r:id="rId24"/>
      <p:bold r:id="rId25"/>
      <p:italic r:id="rId26"/>
      <p:boldItalic r:id="rId27"/>
    </p:embeddedFont>
    <p:embeddedFont>
      <p:font typeface="Raleway Black" panose="020F0502020204030204" pitchFamily="34" charset="0"/>
      <p:bold r:id="rId28"/>
      <p:italic r:id="rId29"/>
      <p:boldItalic r:id="rId30"/>
    </p:embeddedFont>
  </p:embeddedFontLst>
  <p:defaultTextStyle>
    <a:defPPr>
      <a:defRPr lang="en-L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Learn More" id="{FB610ADC-25E2-47F2-8B1E-F69363C299B0}">
          <p14:sldIdLst>
            <p14:sldId id="276"/>
          </p14:sldIdLst>
        </p14:section>
        <p14:section name="Home Slide" id="{C41E965D-1BB0-6E42-80C1-B0CE61D34D0F}">
          <p14:sldIdLst>
            <p14:sldId id="267"/>
          </p14:sldIdLst>
        </p14:section>
        <p14:section name="activity" id="{34C61D3D-3DDA-8544-919D-38908B71CF6E}">
          <p14:sldIdLst>
            <p14:sldId id="268"/>
            <p14:sldId id="269"/>
            <p14:sldId id="277"/>
          </p14:sldIdLst>
        </p14:section>
        <p14:section name="traffic" id="{DBB0F080-D76F-2449-A8A8-97428CE5CDE4}">
          <p14:sldIdLst>
            <p14:sldId id="270"/>
            <p14:sldId id="271"/>
            <p14:sldId id="278"/>
          </p14:sldIdLst>
        </p14:section>
        <p14:section name="data loss" id="{D01103C6-D9B4-874A-903D-1D54C47D2E73}">
          <p14:sldIdLst>
            <p14:sldId id="272"/>
            <p14:sldId id="273"/>
            <p14:sldId id="279"/>
          </p14:sldIdLst>
        </p14:section>
        <p14:section name="Business Model" id="{17ED8106-7472-CA40-A9D6-5927206203E6}">
          <p14:sldIdLst>
            <p14:sldId id="274"/>
            <p14:sldId id="27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2231D"/>
    <a:srgbClr val="101519"/>
    <a:srgbClr val="273E32"/>
    <a:srgbClr val="0D141A"/>
    <a:srgbClr val="0F141A"/>
    <a:srgbClr val="10192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350"/>
    <p:restoredTop sz="88027"/>
  </p:normalViewPr>
  <p:slideViewPr>
    <p:cSldViewPr snapToGrid="0" snapToObjects="1">
      <p:cViewPr>
        <p:scale>
          <a:sx n="65" d="100"/>
          <a:sy n="65" d="100"/>
        </p:scale>
        <p:origin x="1448" y="120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font" Target="fonts/font13.fntdata"/><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font" Target="fonts/font15.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LT"/>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AF6D82-066C-FA4D-8270-4E3B76B0A85B}" type="datetimeFigureOut">
              <a:t>17/10/25</a:t>
            </a:fld>
            <a:endParaRPr lang="en-LT"/>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LT"/>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LT"/>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BE92847-51ED-1449-A9AF-8F855167E8E6}" type="slidenum">
              <a:t>‹#›</a:t>
            </a:fld>
            <a:endParaRPr lang="en-LT"/>
          </a:p>
        </p:txBody>
      </p:sp>
    </p:spTree>
    <p:extLst>
      <p:ext uri="{BB962C8B-B14F-4D97-AF65-F5344CB8AC3E}">
        <p14:creationId xmlns:p14="http://schemas.microsoft.com/office/powerpoint/2010/main" val="2813509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LT" dirty="0"/>
          </a:p>
        </p:txBody>
      </p:sp>
      <p:sp>
        <p:nvSpPr>
          <p:cNvPr id="4" name="Slide Number Placeholder 3"/>
          <p:cNvSpPr>
            <a:spLocks noGrp="1"/>
          </p:cNvSpPr>
          <p:nvPr>
            <p:ph type="sldNum" sz="quarter" idx="5"/>
          </p:nvPr>
        </p:nvSpPr>
        <p:spPr/>
        <p:txBody>
          <a:bodyPr/>
          <a:lstStyle/>
          <a:p>
            <a:fld id="{5BE92847-51ED-1449-A9AF-8F855167E8E6}" type="slidenum">
              <a:t>2</a:t>
            </a:fld>
            <a:endParaRPr lang="en-LT"/>
          </a:p>
        </p:txBody>
      </p:sp>
    </p:spTree>
    <p:extLst>
      <p:ext uri="{BB962C8B-B14F-4D97-AF65-F5344CB8AC3E}">
        <p14:creationId xmlns:p14="http://schemas.microsoft.com/office/powerpoint/2010/main" val="4709649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LT" spc="300">
                <a:solidFill>
                  <a:schemeClr val="bg1"/>
                </a:solidFill>
                <a:latin typeface="Raleway" panose="020B0503030101060003" pitchFamily="34" charset="77"/>
              </a:rPr>
              <a:t>The activity log monitor (see Figure 11.11) reviews past log files or database records to identify patterns of network activity that might suggest potential security breaches. These logs can include information from event logs, device configuration logs, operating system logs, and other similar sources.</a:t>
            </a:r>
          </a:p>
          <a:p>
            <a:endParaRPr lang="en-LT"/>
          </a:p>
        </p:txBody>
      </p:sp>
      <p:sp>
        <p:nvSpPr>
          <p:cNvPr id="4" name="Slide Number Placeholder 3"/>
          <p:cNvSpPr>
            <a:spLocks noGrp="1"/>
          </p:cNvSpPr>
          <p:nvPr>
            <p:ph type="sldNum" sz="quarter" idx="5"/>
          </p:nvPr>
        </p:nvSpPr>
        <p:spPr/>
        <p:txBody>
          <a:bodyPr/>
          <a:lstStyle/>
          <a:p>
            <a:fld id="{5BE92847-51ED-1449-A9AF-8F855167E8E6}" type="slidenum">
              <a:t>4</a:t>
            </a:fld>
            <a:endParaRPr lang="en-LT"/>
          </a:p>
        </p:txBody>
      </p:sp>
    </p:spTree>
    <p:extLst>
      <p:ext uri="{BB962C8B-B14F-4D97-AF65-F5344CB8AC3E}">
        <p14:creationId xmlns:p14="http://schemas.microsoft.com/office/powerpoint/2010/main" val="22779039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42988-9529-6806-7B77-A29A1D1A34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53DBB6-43DF-EAC0-4C6B-814575E600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0451CA-E068-ADFE-5303-B150C7278E9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LT" spc="300">
                <a:solidFill>
                  <a:schemeClr val="bg1"/>
                </a:solidFill>
                <a:latin typeface="Raleway" panose="020B0503030101060003" pitchFamily="34" charset="77"/>
              </a:rPr>
              <a:t>The activity log monitor (see Figure 11.11) reviews past log files or database records to identify patterns of network activity that might suggest potential security breaches. These logs can include information from event logs, device configuration logs, operating system logs, and other similar sources.</a:t>
            </a:r>
          </a:p>
          <a:p>
            <a:endParaRPr lang="en-LT"/>
          </a:p>
        </p:txBody>
      </p:sp>
      <p:sp>
        <p:nvSpPr>
          <p:cNvPr id="4" name="Slide Number Placeholder 3">
            <a:extLst>
              <a:ext uri="{FF2B5EF4-FFF2-40B4-BE49-F238E27FC236}">
                <a16:creationId xmlns:a16="http://schemas.microsoft.com/office/drawing/2014/main" id="{BFF989EF-AE93-781F-EE44-3B3B0E80CEF6}"/>
              </a:ext>
            </a:extLst>
          </p:cNvPr>
          <p:cNvSpPr>
            <a:spLocks noGrp="1"/>
          </p:cNvSpPr>
          <p:nvPr>
            <p:ph type="sldNum" sz="quarter" idx="5"/>
          </p:nvPr>
        </p:nvSpPr>
        <p:spPr/>
        <p:txBody>
          <a:bodyPr/>
          <a:lstStyle/>
          <a:p>
            <a:fld id="{5BE92847-51ED-1449-A9AF-8F855167E8E6}" type="slidenum">
              <a:t>5</a:t>
            </a:fld>
            <a:endParaRPr lang="en-LT"/>
          </a:p>
        </p:txBody>
      </p:sp>
    </p:spTree>
    <p:extLst>
      <p:ext uri="{BB962C8B-B14F-4D97-AF65-F5344CB8AC3E}">
        <p14:creationId xmlns:p14="http://schemas.microsoft.com/office/powerpoint/2010/main" val="11231182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LT"/>
          </a:p>
        </p:txBody>
      </p:sp>
      <p:sp>
        <p:nvSpPr>
          <p:cNvPr id="4" name="Slide Number Placeholder 3"/>
          <p:cNvSpPr>
            <a:spLocks noGrp="1"/>
          </p:cNvSpPr>
          <p:nvPr>
            <p:ph type="sldNum" sz="quarter" idx="5"/>
          </p:nvPr>
        </p:nvSpPr>
        <p:spPr/>
        <p:txBody>
          <a:bodyPr/>
          <a:lstStyle/>
          <a:p>
            <a:fld id="{5BE92847-51ED-1449-A9AF-8F855167E8E6}" type="slidenum">
              <a:rPr lang="en-LT"/>
              <a:t>7</a:t>
            </a:fld>
            <a:endParaRPr lang="en-LT"/>
          </a:p>
        </p:txBody>
      </p:sp>
    </p:spTree>
    <p:extLst>
      <p:ext uri="{BB962C8B-B14F-4D97-AF65-F5344CB8AC3E}">
        <p14:creationId xmlns:p14="http://schemas.microsoft.com/office/powerpoint/2010/main" val="1510746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3BFCA2-8727-A210-E3BC-E5A5CB6B56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8D165F-8121-4690-6F93-FC5E4B8592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0217A1-8B9A-9ABF-581A-C2BC21B3B73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LT" spc="300">
                <a:solidFill>
                  <a:schemeClr val="bg1"/>
                </a:solidFill>
                <a:latin typeface="Raleway" panose="020B0503030101060003" pitchFamily="34" charset="77"/>
              </a:rPr>
              <a:t>The activity log monitor (see Figure 11.11) reviews past log files or database records to identify patterns of network activity that might suggest potential security breaches. These logs can include information from event logs, device configuration logs, operating system logs, and other similar sources.</a:t>
            </a:r>
          </a:p>
          <a:p>
            <a:endParaRPr lang="en-LT"/>
          </a:p>
        </p:txBody>
      </p:sp>
      <p:sp>
        <p:nvSpPr>
          <p:cNvPr id="4" name="Slide Number Placeholder 3">
            <a:extLst>
              <a:ext uri="{FF2B5EF4-FFF2-40B4-BE49-F238E27FC236}">
                <a16:creationId xmlns:a16="http://schemas.microsoft.com/office/drawing/2014/main" id="{E59B0F11-FD50-2A39-0315-0B917C6F88BD}"/>
              </a:ext>
            </a:extLst>
          </p:cNvPr>
          <p:cNvSpPr>
            <a:spLocks noGrp="1"/>
          </p:cNvSpPr>
          <p:nvPr>
            <p:ph type="sldNum" sz="quarter" idx="5"/>
          </p:nvPr>
        </p:nvSpPr>
        <p:spPr/>
        <p:txBody>
          <a:bodyPr/>
          <a:lstStyle/>
          <a:p>
            <a:fld id="{5BE92847-51ED-1449-A9AF-8F855167E8E6}" type="slidenum">
              <a:t>8</a:t>
            </a:fld>
            <a:endParaRPr lang="en-LT"/>
          </a:p>
        </p:txBody>
      </p:sp>
    </p:spTree>
    <p:extLst>
      <p:ext uri="{BB962C8B-B14F-4D97-AF65-F5344CB8AC3E}">
        <p14:creationId xmlns:p14="http://schemas.microsoft.com/office/powerpoint/2010/main" val="1177554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LT"/>
          </a:p>
        </p:txBody>
      </p:sp>
      <p:sp>
        <p:nvSpPr>
          <p:cNvPr id="4" name="Slide Number Placeholder 3"/>
          <p:cNvSpPr>
            <a:spLocks noGrp="1"/>
          </p:cNvSpPr>
          <p:nvPr>
            <p:ph type="sldNum" sz="quarter" idx="5"/>
          </p:nvPr>
        </p:nvSpPr>
        <p:spPr/>
        <p:txBody>
          <a:bodyPr/>
          <a:lstStyle/>
          <a:p>
            <a:fld id="{5BE92847-51ED-1449-A9AF-8F855167E8E6}" type="slidenum">
              <a:rPr lang="en-LT"/>
              <a:t>10</a:t>
            </a:fld>
            <a:endParaRPr lang="en-LT"/>
          </a:p>
        </p:txBody>
      </p:sp>
    </p:spTree>
    <p:extLst>
      <p:ext uri="{BB962C8B-B14F-4D97-AF65-F5344CB8AC3E}">
        <p14:creationId xmlns:p14="http://schemas.microsoft.com/office/powerpoint/2010/main" val="17693088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B84487-3CA6-1205-D0B1-67852F9FD7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D17A13-2EC5-7D41-8B54-D1147F5F9C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4FA3AF-1976-69CE-9940-395F916DFA3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LT" spc="300">
                <a:solidFill>
                  <a:schemeClr val="bg1"/>
                </a:solidFill>
                <a:latin typeface="Raleway" panose="020B0503030101060003" pitchFamily="34" charset="77"/>
              </a:rPr>
              <a:t>The activity log monitor (see Figure 11.11) reviews past log files or database records to identify patterns of network activity that might suggest potential security breaches. These logs can include information from event logs, device configuration logs, operating system logs, and other similar sources.</a:t>
            </a:r>
          </a:p>
          <a:p>
            <a:endParaRPr lang="en-LT"/>
          </a:p>
        </p:txBody>
      </p:sp>
      <p:sp>
        <p:nvSpPr>
          <p:cNvPr id="4" name="Slide Number Placeholder 3">
            <a:extLst>
              <a:ext uri="{FF2B5EF4-FFF2-40B4-BE49-F238E27FC236}">
                <a16:creationId xmlns:a16="http://schemas.microsoft.com/office/drawing/2014/main" id="{9728E4B9-80E4-11D9-9A54-093057C63C53}"/>
              </a:ext>
            </a:extLst>
          </p:cNvPr>
          <p:cNvSpPr>
            <a:spLocks noGrp="1"/>
          </p:cNvSpPr>
          <p:nvPr>
            <p:ph type="sldNum" sz="quarter" idx="5"/>
          </p:nvPr>
        </p:nvSpPr>
        <p:spPr/>
        <p:txBody>
          <a:bodyPr/>
          <a:lstStyle/>
          <a:p>
            <a:fld id="{5BE92847-51ED-1449-A9AF-8F855167E8E6}" type="slidenum">
              <a:t>11</a:t>
            </a:fld>
            <a:endParaRPr lang="en-LT"/>
          </a:p>
        </p:txBody>
      </p:sp>
    </p:spTree>
    <p:extLst>
      <p:ext uri="{BB962C8B-B14F-4D97-AF65-F5344CB8AC3E}">
        <p14:creationId xmlns:p14="http://schemas.microsoft.com/office/powerpoint/2010/main" val="26648237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LT"/>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BE92847-51ED-1449-A9AF-8F855167E8E6}" type="slidenum">
              <a:rPr kumimoji="0" lang="en-LT"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LT"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36359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BE682-BC13-E443-B955-4FA79FB3F16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LT"/>
          </a:p>
        </p:txBody>
      </p:sp>
      <p:sp>
        <p:nvSpPr>
          <p:cNvPr id="3" name="Subtitle 2">
            <a:extLst>
              <a:ext uri="{FF2B5EF4-FFF2-40B4-BE49-F238E27FC236}">
                <a16:creationId xmlns:a16="http://schemas.microsoft.com/office/drawing/2014/main" id="{8343E81D-F660-B04A-A02A-7771D9835F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LT"/>
          </a:p>
        </p:txBody>
      </p:sp>
      <p:sp>
        <p:nvSpPr>
          <p:cNvPr id="4" name="Date Placeholder 3">
            <a:extLst>
              <a:ext uri="{FF2B5EF4-FFF2-40B4-BE49-F238E27FC236}">
                <a16:creationId xmlns:a16="http://schemas.microsoft.com/office/drawing/2014/main" id="{FB20CAD2-F4B0-6D4F-A3DB-59C0869B6DA4}"/>
              </a:ext>
            </a:extLst>
          </p:cNvPr>
          <p:cNvSpPr>
            <a:spLocks noGrp="1"/>
          </p:cNvSpPr>
          <p:nvPr>
            <p:ph type="dt" sz="half" idx="10"/>
          </p:nvPr>
        </p:nvSpPr>
        <p:spPr/>
        <p:txBody>
          <a:bodyPr/>
          <a:lstStyle/>
          <a:p>
            <a:fld id="{5C1621EB-52E9-864A-B0F6-E4DE6976EFAF}" type="datetimeFigureOut">
              <a:t>17/10/25</a:t>
            </a:fld>
            <a:endParaRPr lang="en-LT"/>
          </a:p>
        </p:txBody>
      </p:sp>
      <p:sp>
        <p:nvSpPr>
          <p:cNvPr id="5" name="Footer Placeholder 4">
            <a:extLst>
              <a:ext uri="{FF2B5EF4-FFF2-40B4-BE49-F238E27FC236}">
                <a16:creationId xmlns:a16="http://schemas.microsoft.com/office/drawing/2014/main" id="{35559959-8F63-1C46-9846-971A9FA824AF}"/>
              </a:ext>
            </a:extLst>
          </p:cNvPr>
          <p:cNvSpPr>
            <a:spLocks noGrp="1"/>
          </p:cNvSpPr>
          <p:nvPr>
            <p:ph type="ftr" sz="quarter" idx="11"/>
          </p:nvPr>
        </p:nvSpPr>
        <p:spPr/>
        <p:txBody>
          <a:bodyPr/>
          <a:lstStyle/>
          <a:p>
            <a:endParaRPr lang="en-LT"/>
          </a:p>
        </p:txBody>
      </p:sp>
      <p:sp>
        <p:nvSpPr>
          <p:cNvPr id="6" name="Slide Number Placeholder 5">
            <a:extLst>
              <a:ext uri="{FF2B5EF4-FFF2-40B4-BE49-F238E27FC236}">
                <a16:creationId xmlns:a16="http://schemas.microsoft.com/office/drawing/2014/main" id="{F04FAE86-30FA-9842-986E-368BD12DB94C}"/>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8105200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BF467-98F8-1240-ACB7-FB89C8182B30}"/>
              </a:ext>
            </a:extLst>
          </p:cNvPr>
          <p:cNvSpPr>
            <a:spLocks noGrp="1"/>
          </p:cNvSpPr>
          <p:nvPr>
            <p:ph type="title"/>
          </p:nvPr>
        </p:nvSpPr>
        <p:spPr/>
        <p:txBody>
          <a:bodyPr/>
          <a:lstStyle/>
          <a:p>
            <a:r>
              <a:rPr lang="en-US"/>
              <a:t>Click to edit Master title style</a:t>
            </a:r>
            <a:endParaRPr lang="en-LT"/>
          </a:p>
        </p:txBody>
      </p:sp>
      <p:sp>
        <p:nvSpPr>
          <p:cNvPr id="3" name="Content Placeholder 2">
            <a:extLst>
              <a:ext uri="{FF2B5EF4-FFF2-40B4-BE49-F238E27FC236}">
                <a16:creationId xmlns:a16="http://schemas.microsoft.com/office/drawing/2014/main" id="{7CDF9D25-2E40-A546-8E08-F406112B187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Date Placeholder 3">
            <a:extLst>
              <a:ext uri="{FF2B5EF4-FFF2-40B4-BE49-F238E27FC236}">
                <a16:creationId xmlns:a16="http://schemas.microsoft.com/office/drawing/2014/main" id="{C1978E3D-659B-5845-B58C-F7CE0FEDAC4D}"/>
              </a:ext>
            </a:extLst>
          </p:cNvPr>
          <p:cNvSpPr>
            <a:spLocks noGrp="1"/>
          </p:cNvSpPr>
          <p:nvPr>
            <p:ph type="dt" sz="half" idx="10"/>
          </p:nvPr>
        </p:nvSpPr>
        <p:spPr/>
        <p:txBody>
          <a:bodyPr/>
          <a:lstStyle/>
          <a:p>
            <a:fld id="{5C1621EB-52E9-864A-B0F6-E4DE6976EFAF}" type="datetimeFigureOut">
              <a:t>17/10/25</a:t>
            </a:fld>
            <a:endParaRPr lang="en-LT"/>
          </a:p>
        </p:txBody>
      </p:sp>
      <p:sp>
        <p:nvSpPr>
          <p:cNvPr id="5" name="Footer Placeholder 4">
            <a:extLst>
              <a:ext uri="{FF2B5EF4-FFF2-40B4-BE49-F238E27FC236}">
                <a16:creationId xmlns:a16="http://schemas.microsoft.com/office/drawing/2014/main" id="{2FF348E1-52F7-3740-BECC-A872BC95274C}"/>
              </a:ext>
            </a:extLst>
          </p:cNvPr>
          <p:cNvSpPr>
            <a:spLocks noGrp="1"/>
          </p:cNvSpPr>
          <p:nvPr>
            <p:ph type="ftr" sz="quarter" idx="11"/>
          </p:nvPr>
        </p:nvSpPr>
        <p:spPr/>
        <p:txBody>
          <a:bodyPr/>
          <a:lstStyle/>
          <a:p>
            <a:endParaRPr lang="en-LT"/>
          </a:p>
        </p:txBody>
      </p:sp>
      <p:sp>
        <p:nvSpPr>
          <p:cNvPr id="6" name="Slide Number Placeholder 5">
            <a:extLst>
              <a:ext uri="{FF2B5EF4-FFF2-40B4-BE49-F238E27FC236}">
                <a16:creationId xmlns:a16="http://schemas.microsoft.com/office/drawing/2014/main" id="{E863AFA0-CF5D-CB4F-86DA-A26B2DDDD4E4}"/>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15446148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FBE51-5261-8649-BBAC-76D794105D2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LT"/>
          </a:p>
        </p:txBody>
      </p:sp>
      <p:sp>
        <p:nvSpPr>
          <p:cNvPr id="3" name="Text Placeholder 2">
            <a:extLst>
              <a:ext uri="{FF2B5EF4-FFF2-40B4-BE49-F238E27FC236}">
                <a16:creationId xmlns:a16="http://schemas.microsoft.com/office/drawing/2014/main" id="{495328B6-1619-BD43-AFD5-7594537CB92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3C310A-FBFE-6A4B-94FD-CD0539AA4DB3}"/>
              </a:ext>
            </a:extLst>
          </p:cNvPr>
          <p:cNvSpPr>
            <a:spLocks noGrp="1"/>
          </p:cNvSpPr>
          <p:nvPr>
            <p:ph type="dt" sz="half" idx="10"/>
          </p:nvPr>
        </p:nvSpPr>
        <p:spPr/>
        <p:txBody>
          <a:bodyPr/>
          <a:lstStyle/>
          <a:p>
            <a:fld id="{5C1621EB-52E9-864A-B0F6-E4DE6976EFAF}" type="datetimeFigureOut">
              <a:t>17/10/25</a:t>
            </a:fld>
            <a:endParaRPr lang="en-LT"/>
          </a:p>
        </p:txBody>
      </p:sp>
      <p:sp>
        <p:nvSpPr>
          <p:cNvPr id="5" name="Footer Placeholder 4">
            <a:extLst>
              <a:ext uri="{FF2B5EF4-FFF2-40B4-BE49-F238E27FC236}">
                <a16:creationId xmlns:a16="http://schemas.microsoft.com/office/drawing/2014/main" id="{4509B160-B8F3-9845-896E-719CFEDB9497}"/>
              </a:ext>
            </a:extLst>
          </p:cNvPr>
          <p:cNvSpPr>
            <a:spLocks noGrp="1"/>
          </p:cNvSpPr>
          <p:nvPr>
            <p:ph type="ftr" sz="quarter" idx="11"/>
          </p:nvPr>
        </p:nvSpPr>
        <p:spPr/>
        <p:txBody>
          <a:bodyPr/>
          <a:lstStyle/>
          <a:p>
            <a:endParaRPr lang="en-LT"/>
          </a:p>
        </p:txBody>
      </p:sp>
      <p:sp>
        <p:nvSpPr>
          <p:cNvPr id="6" name="Slide Number Placeholder 5">
            <a:extLst>
              <a:ext uri="{FF2B5EF4-FFF2-40B4-BE49-F238E27FC236}">
                <a16:creationId xmlns:a16="http://schemas.microsoft.com/office/drawing/2014/main" id="{32CFF698-F77F-6B4B-84A3-6571531ACAB7}"/>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9689716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ED5FF-D86B-9747-848F-2C768AE53E06}"/>
              </a:ext>
            </a:extLst>
          </p:cNvPr>
          <p:cNvSpPr>
            <a:spLocks noGrp="1"/>
          </p:cNvSpPr>
          <p:nvPr>
            <p:ph type="title"/>
          </p:nvPr>
        </p:nvSpPr>
        <p:spPr/>
        <p:txBody>
          <a:bodyPr/>
          <a:lstStyle/>
          <a:p>
            <a:r>
              <a:rPr lang="en-US"/>
              <a:t>Click to edit Master title style</a:t>
            </a:r>
            <a:endParaRPr lang="en-LT"/>
          </a:p>
        </p:txBody>
      </p:sp>
      <p:sp>
        <p:nvSpPr>
          <p:cNvPr id="3" name="Content Placeholder 2">
            <a:extLst>
              <a:ext uri="{FF2B5EF4-FFF2-40B4-BE49-F238E27FC236}">
                <a16:creationId xmlns:a16="http://schemas.microsoft.com/office/drawing/2014/main" id="{FF78C517-D3BF-1840-B5E3-D495BF943C5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Content Placeholder 3">
            <a:extLst>
              <a:ext uri="{FF2B5EF4-FFF2-40B4-BE49-F238E27FC236}">
                <a16:creationId xmlns:a16="http://schemas.microsoft.com/office/drawing/2014/main" id="{14F0A760-A9DA-0E47-8642-F4561309DDA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5" name="Date Placeholder 4">
            <a:extLst>
              <a:ext uri="{FF2B5EF4-FFF2-40B4-BE49-F238E27FC236}">
                <a16:creationId xmlns:a16="http://schemas.microsoft.com/office/drawing/2014/main" id="{58D07266-6075-214C-9A0F-1B14A182DA47}"/>
              </a:ext>
            </a:extLst>
          </p:cNvPr>
          <p:cNvSpPr>
            <a:spLocks noGrp="1"/>
          </p:cNvSpPr>
          <p:nvPr>
            <p:ph type="dt" sz="half" idx="10"/>
          </p:nvPr>
        </p:nvSpPr>
        <p:spPr/>
        <p:txBody>
          <a:bodyPr/>
          <a:lstStyle/>
          <a:p>
            <a:fld id="{5C1621EB-52E9-864A-B0F6-E4DE6976EFAF}" type="datetimeFigureOut">
              <a:t>17/10/25</a:t>
            </a:fld>
            <a:endParaRPr lang="en-LT"/>
          </a:p>
        </p:txBody>
      </p:sp>
      <p:sp>
        <p:nvSpPr>
          <p:cNvPr id="6" name="Footer Placeholder 5">
            <a:extLst>
              <a:ext uri="{FF2B5EF4-FFF2-40B4-BE49-F238E27FC236}">
                <a16:creationId xmlns:a16="http://schemas.microsoft.com/office/drawing/2014/main" id="{4A6FDC8C-B2B0-4245-A63C-2FB5D90D3893}"/>
              </a:ext>
            </a:extLst>
          </p:cNvPr>
          <p:cNvSpPr>
            <a:spLocks noGrp="1"/>
          </p:cNvSpPr>
          <p:nvPr>
            <p:ph type="ftr" sz="quarter" idx="11"/>
          </p:nvPr>
        </p:nvSpPr>
        <p:spPr/>
        <p:txBody>
          <a:bodyPr/>
          <a:lstStyle/>
          <a:p>
            <a:endParaRPr lang="en-LT"/>
          </a:p>
        </p:txBody>
      </p:sp>
      <p:sp>
        <p:nvSpPr>
          <p:cNvPr id="7" name="Slide Number Placeholder 6">
            <a:extLst>
              <a:ext uri="{FF2B5EF4-FFF2-40B4-BE49-F238E27FC236}">
                <a16:creationId xmlns:a16="http://schemas.microsoft.com/office/drawing/2014/main" id="{04EF4FA8-9897-264C-B54C-3F8F18770321}"/>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7032258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2B15F-C6FA-D84D-AB7C-2B5E418D3912}"/>
              </a:ext>
            </a:extLst>
          </p:cNvPr>
          <p:cNvSpPr>
            <a:spLocks noGrp="1"/>
          </p:cNvSpPr>
          <p:nvPr>
            <p:ph type="title"/>
          </p:nvPr>
        </p:nvSpPr>
        <p:spPr>
          <a:xfrm>
            <a:off x="839788" y="365125"/>
            <a:ext cx="10515600" cy="1325563"/>
          </a:xfrm>
        </p:spPr>
        <p:txBody>
          <a:bodyPr/>
          <a:lstStyle/>
          <a:p>
            <a:r>
              <a:rPr lang="en-US"/>
              <a:t>Click to edit Master title style</a:t>
            </a:r>
            <a:endParaRPr lang="en-LT"/>
          </a:p>
        </p:txBody>
      </p:sp>
      <p:sp>
        <p:nvSpPr>
          <p:cNvPr id="3" name="Text Placeholder 2">
            <a:extLst>
              <a:ext uri="{FF2B5EF4-FFF2-40B4-BE49-F238E27FC236}">
                <a16:creationId xmlns:a16="http://schemas.microsoft.com/office/drawing/2014/main" id="{AE0F8AC2-AA47-514A-8FDD-22D9C7EA77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2D7083-810C-DE49-887E-B07C6D7484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5" name="Text Placeholder 4">
            <a:extLst>
              <a:ext uri="{FF2B5EF4-FFF2-40B4-BE49-F238E27FC236}">
                <a16:creationId xmlns:a16="http://schemas.microsoft.com/office/drawing/2014/main" id="{1778EA05-E088-664F-95B0-F7ACC95192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53E967E-B198-B644-85C4-9E2D8C07E3C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7" name="Date Placeholder 6">
            <a:extLst>
              <a:ext uri="{FF2B5EF4-FFF2-40B4-BE49-F238E27FC236}">
                <a16:creationId xmlns:a16="http://schemas.microsoft.com/office/drawing/2014/main" id="{B4430866-AC10-394E-BF2C-D6905A00C0A6}"/>
              </a:ext>
            </a:extLst>
          </p:cNvPr>
          <p:cNvSpPr>
            <a:spLocks noGrp="1"/>
          </p:cNvSpPr>
          <p:nvPr>
            <p:ph type="dt" sz="half" idx="10"/>
          </p:nvPr>
        </p:nvSpPr>
        <p:spPr/>
        <p:txBody>
          <a:bodyPr/>
          <a:lstStyle/>
          <a:p>
            <a:fld id="{5C1621EB-52E9-864A-B0F6-E4DE6976EFAF}" type="datetimeFigureOut">
              <a:t>17/10/25</a:t>
            </a:fld>
            <a:endParaRPr lang="en-LT"/>
          </a:p>
        </p:txBody>
      </p:sp>
      <p:sp>
        <p:nvSpPr>
          <p:cNvPr id="8" name="Footer Placeholder 7">
            <a:extLst>
              <a:ext uri="{FF2B5EF4-FFF2-40B4-BE49-F238E27FC236}">
                <a16:creationId xmlns:a16="http://schemas.microsoft.com/office/drawing/2014/main" id="{EA4192B9-1A8F-5643-8EDB-7F6741B9DB44}"/>
              </a:ext>
            </a:extLst>
          </p:cNvPr>
          <p:cNvSpPr>
            <a:spLocks noGrp="1"/>
          </p:cNvSpPr>
          <p:nvPr>
            <p:ph type="ftr" sz="quarter" idx="11"/>
          </p:nvPr>
        </p:nvSpPr>
        <p:spPr/>
        <p:txBody>
          <a:bodyPr/>
          <a:lstStyle/>
          <a:p>
            <a:endParaRPr lang="en-LT"/>
          </a:p>
        </p:txBody>
      </p:sp>
      <p:sp>
        <p:nvSpPr>
          <p:cNvPr id="9" name="Slide Number Placeholder 8">
            <a:extLst>
              <a:ext uri="{FF2B5EF4-FFF2-40B4-BE49-F238E27FC236}">
                <a16:creationId xmlns:a16="http://schemas.microsoft.com/office/drawing/2014/main" id="{2D7EE84F-1143-8540-BC3E-2E7FBEDE2EED}"/>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15788866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BE082-AEA3-514F-B09D-1F6E78F66EFC}"/>
              </a:ext>
            </a:extLst>
          </p:cNvPr>
          <p:cNvSpPr>
            <a:spLocks noGrp="1"/>
          </p:cNvSpPr>
          <p:nvPr>
            <p:ph type="title"/>
          </p:nvPr>
        </p:nvSpPr>
        <p:spPr/>
        <p:txBody>
          <a:bodyPr/>
          <a:lstStyle/>
          <a:p>
            <a:r>
              <a:rPr lang="en-US"/>
              <a:t>Click to edit Master title style</a:t>
            </a:r>
            <a:endParaRPr lang="en-LT"/>
          </a:p>
        </p:txBody>
      </p:sp>
      <p:sp>
        <p:nvSpPr>
          <p:cNvPr id="3" name="Date Placeholder 2">
            <a:extLst>
              <a:ext uri="{FF2B5EF4-FFF2-40B4-BE49-F238E27FC236}">
                <a16:creationId xmlns:a16="http://schemas.microsoft.com/office/drawing/2014/main" id="{F491E451-9867-6C42-8057-6E95D2F362B2}"/>
              </a:ext>
            </a:extLst>
          </p:cNvPr>
          <p:cNvSpPr>
            <a:spLocks noGrp="1"/>
          </p:cNvSpPr>
          <p:nvPr>
            <p:ph type="dt" sz="half" idx="10"/>
          </p:nvPr>
        </p:nvSpPr>
        <p:spPr/>
        <p:txBody>
          <a:bodyPr/>
          <a:lstStyle/>
          <a:p>
            <a:fld id="{5C1621EB-52E9-864A-B0F6-E4DE6976EFAF}" type="datetimeFigureOut">
              <a:t>17/10/25</a:t>
            </a:fld>
            <a:endParaRPr lang="en-LT"/>
          </a:p>
        </p:txBody>
      </p:sp>
      <p:sp>
        <p:nvSpPr>
          <p:cNvPr id="4" name="Footer Placeholder 3">
            <a:extLst>
              <a:ext uri="{FF2B5EF4-FFF2-40B4-BE49-F238E27FC236}">
                <a16:creationId xmlns:a16="http://schemas.microsoft.com/office/drawing/2014/main" id="{6AA23332-F96E-2A45-BF20-B5E13FB9400F}"/>
              </a:ext>
            </a:extLst>
          </p:cNvPr>
          <p:cNvSpPr>
            <a:spLocks noGrp="1"/>
          </p:cNvSpPr>
          <p:nvPr>
            <p:ph type="ftr" sz="quarter" idx="11"/>
          </p:nvPr>
        </p:nvSpPr>
        <p:spPr/>
        <p:txBody>
          <a:bodyPr/>
          <a:lstStyle/>
          <a:p>
            <a:endParaRPr lang="en-LT"/>
          </a:p>
        </p:txBody>
      </p:sp>
      <p:sp>
        <p:nvSpPr>
          <p:cNvPr id="5" name="Slide Number Placeholder 4">
            <a:extLst>
              <a:ext uri="{FF2B5EF4-FFF2-40B4-BE49-F238E27FC236}">
                <a16:creationId xmlns:a16="http://schemas.microsoft.com/office/drawing/2014/main" id="{B508CDD1-FCB4-B145-AA09-3E794E2376CD}"/>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609508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6BC489A-8D6C-DC47-B468-186F9A4696AA}"/>
              </a:ext>
            </a:extLst>
          </p:cNvPr>
          <p:cNvSpPr>
            <a:spLocks noGrp="1"/>
          </p:cNvSpPr>
          <p:nvPr>
            <p:ph type="dt" sz="half" idx="10"/>
          </p:nvPr>
        </p:nvSpPr>
        <p:spPr/>
        <p:txBody>
          <a:bodyPr/>
          <a:lstStyle/>
          <a:p>
            <a:fld id="{5C1621EB-52E9-864A-B0F6-E4DE6976EFAF}" type="datetimeFigureOut">
              <a:t>17/10/25</a:t>
            </a:fld>
            <a:endParaRPr lang="en-LT"/>
          </a:p>
        </p:txBody>
      </p:sp>
      <p:sp>
        <p:nvSpPr>
          <p:cNvPr id="3" name="Footer Placeholder 2">
            <a:extLst>
              <a:ext uri="{FF2B5EF4-FFF2-40B4-BE49-F238E27FC236}">
                <a16:creationId xmlns:a16="http://schemas.microsoft.com/office/drawing/2014/main" id="{87229109-1C34-5244-ADE5-222459E6E11F}"/>
              </a:ext>
            </a:extLst>
          </p:cNvPr>
          <p:cNvSpPr>
            <a:spLocks noGrp="1"/>
          </p:cNvSpPr>
          <p:nvPr>
            <p:ph type="ftr" sz="quarter" idx="11"/>
          </p:nvPr>
        </p:nvSpPr>
        <p:spPr/>
        <p:txBody>
          <a:bodyPr/>
          <a:lstStyle/>
          <a:p>
            <a:endParaRPr lang="en-LT"/>
          </a:p>
        </p:txBody>
      </p:sp>
      <p:sp>
        <p:nvSpPr>
          <p:cNvPr id="4" name="Slide Number Placeholder 3">
            <a:extLst>
              <a:ext uri="{FF2B5EF4-FFF2-40B4-BE49-F238E27FC236}">
                <a16:creationId xmlns:a16="http://schemas.microsoft.com/office/drawing/2014/main" id="{2F09E646-008A-3748-BCE2-BCCC6ED324DA}"/>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1459180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D4E5A1-F2E4-4441-8387-1A6E6B2073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LT"/>
          </a:p>
        </p:txBody>
      </p:sp>
      <p:sp>
        <p:nvSpPr>
          <p:cNvPr id="3" name="Content Placeholder 2">
            <a:extLst>
              <a:ext uri="{FF2B5EF4-FFF2-40B4-BE49-F238E27FC236}">
                <a16:creationId xmlns:a16="http://schemas.microsoft.com/office/drawing/2014/main" id="{77ADA04F-4005-F044-8FE5-2EC8060FA3B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Text Placeholder 3">
            <a:extLst>
              <a:ext uri="{FF2B5EF4-FFF2-40B4-BE49-F238E27FC236}">
                <a16:creationId xmlns:a16="http://schemas.microsoft.com/office/drawing/2014/main" id="{625CDADC-814E-244E-B9E5-2C9051426D5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A33663C-1FF4-3D4E-854F-A5AA4B8A5D1C}"/>
              </a:ext>
            </a:extLst>
          </p:cNvPr>
          <p:cNvSpPr>
            <a:spLocks noGrp="1"/>
          </p:cNvSpPr>
          <p:nvPr>
            <p:ph type="dt" sz="half" idx="10"/>
          </p:nvPr>
        </p:nvSpPr>
        <p:spPr/>
        <p:txBody>
          <a:bodyPr/>
          <a:lstStyle/>
          <a:p>
            <a:fld id="{5C1621EB-52E9-864A-B0F6-E4DE6976EFAF}" type="datetimeFigureOut">
              <a:t>17/10/25</a:t>
            </a:fld>
            <a:endParaRPr lang="en-LT"/>
          </a:p>
        </p:txBody>
      </p:sp>
      <p:sp>
        <p:nvSpPr>
          <p:cNvPr id="6" name="Footer Placeholder 5">
            <a:extLst>
              <a:ext uri="{FF2B5EF4-FFF2-40B4-BE49-F238E27FC236}">
                <a16:creationId xmlns:a16="http://schemas.microsoft.com/office/drawing/2014/main" id="{40040EC2-135F-FE46-92F3-F3CD1E63A0FF}"/>
              </a:ext>
            </a:extLst>
          </p:cNvPr>
          <p:cNvSpPr>
            <a:spLocks noGrp="1"/>
          </p:cNvSpPr>
          <p:nvPr>
            <p:ph type="ftr" sz="quarter" idx="11"/>
          </p:nvPr>
        </p:nvSpPr>
        <p:spPr/>
        <p:txBody>
          <a:bodyPr/>
          <a:lstStyle/>
          <a:p>
            <a:endParaRPr lang="en-LT"/>
          </a:p>
        </p:txBody>
      </p:sp>
      <p:sp>
        <p:nvSpPr>
          <p:cNvPr id="7" name="Slide Number Placeholder 6">
            <a:extLst>
              <a:ext uri="{FF2B5EF4-FFF2-40B4-BE49-F238E27FC236}">
                <a16:creationId xmlns:a16="http://schemas.microsoft.com/office/drawing/2014/main" id="{1F4625FC-8AEA-F74B-9DD8-E453DBA5FB9A}"/>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844066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E0717-7D74-B44F-9E66-235930CCAEA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LT"/>
          </a:p>
        </p:txBody>
      </p:sp>
      <p:sp>
        <p:nvSpPr>
          <p:cNvPr id="3" name="Picture Placeholder 2">
            <a:extLst>
              <a:ext uri="{FF2B5EF4-FFF2-40B4-BE49-F238E27FC236}">
                <a16:creationId xmlns:a16="http://schemas.microsoft.com/office/drawing/2014/main" id="{E290095B-B62E-3C44-845A-8D31260A60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LT"/>
          </a:p>
        </p:txBody>
      </p:sp>
      <p:sp>
        <p:nvSpPr>
          <p:cNvPr id="4" name="Text Placeholder 3">
            <a:extLst>
              <a:ext uri="{FF2B5EF4-FFF2-40B4-BE49-F238E27FC236}">
                <a16:creationId xmlns:a16="http://schemas.microsoft.com/office/drawing/2014/main" id="{62AA383A-A1BD-3449-AEF4-F5EB7E8FAA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32DE627-2BED-3549-9D80-6D0263AB61D7}"/>
              </a:ext>
            </a:extLst>
          </p:cNvPr>
          <p:cNvSpPr>
            <a:spLocks noGrp="1"/>
          </p:cNvSpPr>
          <p:nvPr>
            <p:ph type="dt" sz="half" idx="10"/>
          </p:nvPr>
        </p:nvSpPr>
        <p:spPr/>
        <p:txBody>
          <a:bodyPr/>
          <a:lstStyle/>
          <a:p>
            <a:fld id="{5C1621EB-52E9-864A-B0F6-E4DE6976EFAF}" type="datetimeFigureOut">
              <a:t>17/10/25</a:t>
            </a:fld>
            <a:endParaRPr lang="en-LT"/>
          </a:p>
        </p:txBody>
      </p:sp>
      <p:sp>
        <p:nvSpPr>
          <p:cNvPr id="6" name="Footer Placeholder 5">
            <a:extLst>
              <a:ext uri="{FF2B5EF4-FFF2-40B4-BE49-F238E27FC236}">
                <a16:creationId xmlns:a16="http://schemas.microsoft.com/office/drawing/2014/main" id="{6E475BC9-5EA8-9D48-A131-684734B30FE7}"/>
              </a:ext>
            </a:extLst>
          </p:cNvPr>
          <p:cNvSpPr>
            <a:spLocks noGrp="1"/>
          </p:cNvSpPr>
          <p:nvPr>
            <p:ph type="ftr" sz="quarter" idx="11"/>
          </p:nvPr>
        </p:nvSpPr>
        <p:spPr/>
        <p:txBody>
          <a:bodyPr/>
          <a:lstStyle/>
          <a:p>
            <a:endParaRPr lang="en-LT"/>
          </a:p>
        </p:txBody>
      </p:sp>
      <p:sp>
        <p:nvSpPr>
          <p:cNvPr id="7" name="Slide Number Placeholder 6">
            <a:extLst>
              <a:ext uri="{FF2B5EF4-FFF2-40B4-BE49-F238E27FC236}">
                <a16:creationId xmlns:a16="http://schemas.microsoft.com/office/drawing/2014/main" id="{C47BAA5F-2F19-D749-8E4B-44ABBE824FA0}"/>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28820497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1BE3B-CFC3-5A4C-B7F9-83501BEBB544}"/>
              </a:ext>
            </a:extLst>
          </p:cNvPr>
          <p:cNvSpPr>
            <a:spLocks noGrp="1"/>
          </p:cNvSpPr>
          <p:nvPr>
            <p:ph type="title"/>
          </p:nvPr>
        </p:nvSpPr>
        <p:spPr/>
        <p:txBody>
          <a:bodyPr/>
          <a:lstStyle/>
          <a:p>
            <a:r>
              <a:rPr lang="en-US"/>
              <a:t>Click to edit Master title style</a:t>
            </a:r>
            <a:endParaRPr lang="en-LT"/>
          </a:p>
        </p:txBody>
      </p:sp>
      <p:sp>
        <p:nvSpPr>
          <p:cNvPr id="3" name="Vertical Text Placeholder 2">
            <a:extLst>
              <a:ext uri="{FF2B5EF4-FFF2-40B4-BE49-F238E27FC236}">
                <a16:creationId xmlns:a16="http://schemas.microsoft.com/office/drawing/2014/main" id="{7F6FE2E7-8408-F64E-AC06-6E9B1F7B6D3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Date Placeholder 3">
            <a:extLst>
              <a:ext uri="{FF2B5EF4-FFF2-40B4-BE49-F238E27FC236}">
                <a16:creationId xmlns:a16="http://schemas.microsoft.com/office/drawing/2014/main" id="{86B17EA7-EDC0-674E-87AF-81F0CC4A4735}"/>
              </a:ext>
            </a:extLst>
          </p:cNvPr>
          <p:cNvSpPr>
            <a:spLocks noGrp="1"/>
          </p:cNvSpPr>
          <p:nvPr>
            <p:ph type="dt" sz="half" idx="10"/>
          </p:nvPr>
        </p:nvSpPr>
        <p:spPr/>
        <p:txBody>
          <a:bodyPr/>
          <a:lstStyle/>
          <a:p>
            <a:fld id="{5C1621EB-52E9-864A-B0F6-E4DE6976EFAF}" type="datetimeFigureOut">
              <a:t>17/10/25</a:t>
            </a:fld>
            <a:endParaRPr lang="en-LT"/>
          </a:p>
        </p:txBody>
      </p:sp>
      <p:sp>
        <p:nvSpPr>
          <p:cNvPr id="5" name="Footer Placeholder 4">
            <a:extLst>
              <a:ext uri="{FF2B5EF4-FFF2-40B4-BE49-F238E27FC236}">
                <a16:creationId xmlns:a16="http://schemas.microsoft.com/office/drawing/2014/main" id="{95A66A1F-640A-DD4A-8A62-FC15E9D3F56B}"/>
              </a:ext>
            </a:extLst>
          </p:cNvPr>
          <p:cNvSpPr>
            <a:spLocks noGrp="1"/>
          </p:cNvSpPr>
          <p:nvPr>
            <p:ph type="ftr" sz="quarter" idx="11"/>
          </p:nvPr>
        </p:nvSpPr>
        <p:spPr/>
        <p:txBody>
          <a:bodyPr/>
          <a:lstStyle/>
          <a:p>
            <a:endParaRPr lang="en-LT"/>
          </a:p>
        </p:txBody>
      </p:sp>
      <p:sp>
        <p:nvSpPr>
          <p:cNvPr id="6" name="Slide Number Placeholder 5">
            <a:extLst>
              <a:ext uri="{FF2B5EF4-FFF2-40B4-BE49-F238E27FC236}">
                <a16:creationId xmlns:a16="http://schemas.microsoft.com/office/drawing/2014/main" id="{59ED5553-91F0-6547-ABB8-D9C439CB0D8B}"/>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30869993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81D21FB-DAFB-DF4B-B7CA-DF378245F1B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LT"/>
          </a:p>
        </p:txBody>
      </p:sp>
      <p:sp>
        <p:nvSpPr>
          <p:cNvPr id="3" name="Vertical Text Placeholder 2">
            <a:extLst>
              <a:ext uri="{FF2B5EF4-FFF2-40B4-BE49-F238E27FC236}">
                <a16:creationId xmlns:a16="http://schemas.microsoft.com/office/drawing/2014/main" id="{C7C020F6-65AA-B149-8A98-D754BD2D85F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Date Placeholder 3">
            <a:extLst>
              <a:ext uri="{FF2B5EF4-FFF2-40B4-BE49-F238E27FC236}">
                <a16:creationId xmlns:a16="http://schemas.microsoft.com/office/drawing/2014/main" id="{289CA0BA-7E42-374F-BCF5-EDBE9B1CAD2B}"/>
              </a:ext>
            </a:extLst>
          </p:cNvPr>
          <p:cNvSpPr>
            <a:spLocks noGrp="1"/>
          </p:cNvSpPr>
          <p:nvPr>
            <p:ph type="dt" sz="half" idx="10"/>
          </p:nvPr>
        </p:nvSpPr>
        <p:spPr/>
        <p:txBody>
          <a:bodyPr/>
          <a:lstStyle/>
          <a:p>
            <a:fld id="{5C1621EB-52E9-864A-B0F6-E4DE6976EFAF}" type="datetimeFigureOut">
              <a:t>17/10/25</a:t>
            </a:fld>
            <a:endParaRPr lang="en-LT"/>
          </a:p>
        </p:txBody>
      </p:sp>
      <p:sp>
        <p:nvSpPr>
          <p:cNvPr id="5" name="Footer Placeholder 4">
            <a:extLst>
              <a:ext uri="{FF2B5EF4-FFF2-40B4-BE49-F238E27FC236}">
                <a16:creationId xmlns:a16="http://schemas.microsoft.com/office/drawing/2014/main" id="{6AF8169A-AD4F-B54D-BD6E-4A85F6C023AD}"/>
              </a:ext>
            </a:extLst>
          </p:cNvPr>
          <p:cNvSpPr>
            <a:spLocks noGrp="1"/>
          </p:cNvSpPr>
          <p:nvPr>
            <p:ph type="ftr" sz="quarter" idx="11"/>
          </p:nvPr>
        </p:nvSpPr>
        <p:spPr/>
        <p:txBody>
          <a:bodyPr/>
          <a:lstStyle/>
          <a:p>
            <a:endParaRPr lang="en-LT"/>
          </a:p>
        </p:txBody>
      </p:sp>
      <p:sp>
        <p:nvSpPr>
          <p:cNvPr id="6" name="Slide Number Placeholder 5">
            <a:extLst>
              <a:ext uri="{FF2B5EF4-FFF2-40B4-BE49-F238E27FC236}">
                <a16:creationId xmlns:a16="http://schemas.microsoft.com/office/drawing/2014/main" id="{A467CF1D-B5A0-C945-8BEF-46A5BA8407F5}"/>
              </a:ext>
            </a:extLst>
          </p:cNvPr>
          <p:cNvSpPr>
            <a:spLocks noGrp="1"/>
          </p:cNvSpPr>
          <p:nvPr>
            <p:ph type="sldNum" sz="quarter" idx="12"/>
          </p:nvPr>
        </p:nvSpPr>
        <p:spPr/>
        <p:txBody>
          <a:bodyPr/>
          <a:lstStyle/>
          <a:p>
            <a:fld id="{BD72A2A8-704E-EF48-80AE-D3783EE37A42}" type="slidenum">
              <a:t>‹#›</a:t>
            </a:fld>
            <a:endParaRPr lang="en-LT"/>
          </a:p>
        </p:txBody>
      </p:sp>
    </p:spTree>
    <p:extLst>
      <p:ext uri="{BB962C8B-B14F-4D97-AF65-F5344CB8AC3E}">
        <p14:creationId xmlns:p14="http://schemas.microsoft.com/office/powerpoint/2010/main" val="1040774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t="-9000" b="-9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0AAB91E-8D3B-5049-91E0-681A6BD5503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LT"/>
          </a:p>
        </p:txBody>
      </p:sp>
      <p:sp>
        <p:nvSpPr>
          <p:cNvPr id="3" name="Text Placeholder 2">
            <a:extLst>
              <a:ext uri="{FF2B5EF4-FFF2-40B4-BE49-F238E27FC236}">
                <a16:creationId xmlns:a16="http://schemas.microsoft.com/office/drawing/2014/main" id="{7EC0D1AD-7B0F-C243-8060-E31261F4022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LT"/>
          </a:p>
        </p:txBody>
      </p:sp>
      <p:sp>
        <p:nvSpPr>
          <p:cNvPr id="4" name="Date Placeholder 3">
            <a:extLst>
              <a:ext uri="{FF2B5EF4-FFF2-40B4-BE49-F238E27FC236}">
                <a16:creationId xmlns:a16="http://schemas.microsoft.com/office/drawing/2014/main" id="{40B009B1-730F-3948-AFDB-A7D22951425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1621EB-52E9-864A-B0F6-E4DE6976EFAF}" type="datetimeFigureOut">
              <a:t>17/10/25</a:t>
            </a:fld>
            <a:endParaRPr lang="en-LT"/>
          </a:p>
        </p:txBody>
      </p:sp>
      <p:sp>
        <p:nvSpPr>
          <p:cNvPr id="5" name="Footer Placeholder 4">
            <a:extLst>
              <a:ext uri="{FF2B5EF4-FFF2-40B4-BE49-F238E27FC236}">
                <a16:creationId xmlns:a16="http://schemas.microsoft.com/office/drawing/2014/main" id="{3E368CD1-C846-864B-8FF5-193D2956B8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LT"/>
          </a:p>
        </p:txBody>
      </p:sp>
      <p:sp>
        <p:nvSpPr>
          <p:cNvPr id="6" name="Slide Number Placeholder 5">
            <a:extLst>
              <a:ext uri="{FF2B5EF4-FFF2-40B4-BE49-F238E27FC236}">
                <a16:creationId xmlns:a16="http://schemas.microsoft.com/office/drawing/2014/main" id="{9B75D875-456D-074B-9AD9-F14C62DF54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72A2A8-704E-EF48-80AE-D3783EE37A42}" type="slidenum">
              <a:t>‹#›</a:t>
            </a:fld>
            <a:endParaRPr lang="en-LT"/>
          </a:p>
        </p:txBody>
      </p:sp>
    </p:spTree>
    <p:extLst>
      <p:ext uri="{BB962C8B-B14F-4D97-AF65-F5344CB8AC3E}">
        <p14:creationId xmlns:p14="http://schemas.microsoft.com/office/powerpoint/2010/main" val="267008140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L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4.jpeg"/><Relationship Id="rId7" Type="http://schemas.openxmlformats.org/officeDocument/2006/relationships/slide" Target="slide12.xml"/><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slide" Target="slide6.xml"/><Relationship Id="rId5" Type="http://schemas.openxmlformats.org/officeDocument/2006/relationships/slide" Target="slide9.xml"/><Relationship Id="rId10" Type="http://schemas.openxmlformats.org/officeDocument/2006/relationships/image" Target="../media/image8.png"/><Relationship Id="rId4" Type="http://schemas.openxmlformats.org/officeDocument/2006/relationships/image" Target="../media/image5.png"/><Relationship Id="rId9" Type="http://schemas.openxmlformats.org/officeDocument/2006/relationships/slide" Target="slide3.xml"/></Relationships>
</file>

<file path=ppt/slides/_rels/slide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microsoft.com/office/2007/relationships/hdphoto" Target="../media/hdphoto2.wdp"/></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microsoft.com/office/2007/relationships/hdphoto" Target="../media/hdphoto3.wdp"/></Relationships>
</file>

<file path=ppt/slides/_rels/slide1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28.svg"/><Relationship Id="rId5" Type="http://schemas.openxmlformats.org/officeDocument/2006/relationships/image" Target="../media/image27.png"/><Relationship Id="rId4" Type="http://schemas.microsoft.com/office/2007/relationships/hdphoto" Target="../media/hdphoto4.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blue and orange liquid shapes&#10;&#10;Description automatically generated with medium confidence">
            <a:extLst>
              <a:ext uri="{FF2B5EF4-FFF2-40B4-BE49-F238E27FC236}">
                <a16:creationId xmlns:a16="http://schemas.microsoft.com/office/drawing/2014/main" id="{5B1564A7-8BC8-EC55-D18F-085FC524CEE7}"/>
              </a:ext>
            </a:extLst>
          </p:cNvPr>
          <p:cNvPicPr>
            <a:picLocks noChangeAspect="1"/>
          </p:cNvPicPr>
          <p:nvPr/>
        </p:nvPicPr>
        <p:blipFill rotWithShape="1">
          <a:blip r:embed="rId2">
            <a:extLst>
              <a:ext uri="{28A0092B-C50C-407E-A947-70E740481C1C}">
                <a14:useLocalDpi xmlns:a14="http://schemas.microsoft.com/office/drawing/2010/main" val="0"/>
              </a:ext>
            </a:extLst>
          </a:blip>
          <a:srcRect l="14426" t="18838" r="4102" b="12402"/>
          <a:stretch/>
        </p:blipFill>
        <p:spPr>
          <a:xfrm flipH="1">
            <a:off x="0" y="0"/>
            <a:ext cx="12192000" cy="6858000"/>
          </a:xfrm>
          <a:prstGeom prst="rect">
            <a:avLst/>
          </a:prstGeom>
        </p:spPr>
      </p:pic>
      <p:sp>
        <p:nvSpPr>
          <p:cNvPr id="37" name="Title 7">
            <a:extLst>
              <a:ext uri="{FF2B5EF4-FFF2-40B4-BE49-F238E27FC236}">
                <a16:creationId xmlns:a16="http://schemas.microsoft.com/office/drawing/2014/main" id="{2F49A984-B85A-7C16-3ECB-D1E4D71635AF}"/>
              </a:ext>
            </a:extLst>
          </p:cNvPr>
          <p:cNvSpPr txBox="1">
            <a:spLocks/>
          </p:cNvSpPr>
          <p:nvPr/>
        </p:nvSpPr>
        <p:spPr>
          <a:xfrm>
            <a:off x="468588" y="911158"/>
            <a:ext cx="2130711" cy="523220"/>
          </a:xfrm>
          <a:prstGeom prst="rect">
            <a:avLst/>
          </a:prstGeom>
          <a:noFill/>
        </p:spPr>
        <p:txBody>
          <a:bodyPr wrap="none">
            <a:spAutoFit/>
          </a:bodyPr>
          <a:lstStyle>
            <a:defPPr>
              <a:defRPr lang="en-LT"/>
            </a:defPPr>
            <a:lvl1pPr algn="ctr">
              <a:defRPr sz="900">
                <a:solidFill>
                  <a:schemeClr val="bg1"/>
                </a:solidFill>
                <a:latin typeface="Poppins Light" panose="00000400000000000000" pitchFamily="2" charset="0"/>
                <a:cs typeface="Poppins Light" panose="00000400000000000000" pitchFamily="2" charset="0"/>
              </a:defRPr>
            </a:lvl1pPr>
          </a:lstStyle>
          <a:p>
            <a:r>
              <a:rPr lang="en-US" sz="2800" dirty="0"/>
              <a:t>202438404</a:t>
            </a:r>
          </a:p>
        </p:txBody>
      </p:sp>
      <p:pic>
        <p:nvPicPr>
          <p:cNvPr id="1026" name="Picture 2" descr="Cloud computing Generic gradient fill icon | Freepik">
            <a:extLst>
              <a:ext uri="{FF2B5EF4-FFF2-40B4-BE49-F238E27FC236}">
                <a16:creationId xmlns:a16="http://schemas.microsoft.com/office/drawing/2014/main" id="{F7F5C17E-3C27-B8DB-A58E-B6521C7E92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65900" y="766589"/>
            <a:ext cx="5063893" cy="5063893"/>
          </a:xfrm>
          <a:prstGeom prst="rect">
            <a:avLst/>
          </a:prstGeom>
          <a:noFill/>
          <a:extLst>
            <a:ext uri="{909E8E84-426E-40DD-AFC4-6F175D3DCCD1}">
              <a14:hiddenFill xmlns:a14="http://schemas.microsoft.com/office/drawing/2010/main">
                <a:solidFill>
                  <a:srgbClr val="FFFFFF"/>
                </a:solidFill>
              </a14:hiddenFill>
            </a:ext>
          </a:extLst>
        </p:spPr>
      </p:pic>
      <p:sp>
        <p:nvSpPr>
          <p:cNvPr id="13" name="Title 7">
            <a:extLst>
              <a:ext uri="{FF2B5EF4-FFF2-40B4-BE49-F238E27FC236}">
                <a16:creationId xmlns:a16="http://schemas.microsoft.com/office/drawing/2014/main" id="{8AC2DAB7-3126-9003-2AF3-9104F908BD57}"/>
              </a:ext>
            </a:extLst>
          </p:cNvPr>
          <p:cNvSpPr txBox="1">
            <a:spLocks/>
          </p:cNvSpPr>
          <p:nvPr/>
        </p:nvSpPr>
        <p:spPr>
          <a:xfrm>
            <a:off x="318698" y="400249"/>
            <a:ext cx="5063893" cy="510909"/>
          </a:xfrm>
          <a:prstGeom prst="rect">
            <a:avLst/>
          </a:prstGeom>
        </p:spPr>
        <p:txBody>
          <a:bodyPr wrap="square">
            <a:spAutoFit/>
          </a:bodyPr>
          <a:lstStyle>
            <a:lvl1pPr marL="0" indent="0" algn="l" defTabSz="914400" rtl="0" eaLnBrk="1" latinLnBrk="0" hangingPunct="1">
              <a:lnSpc>
                <a:spcPct val="90000"/>
              </a:lnSpc>
              <a:spcBef>
                <a:spcPct val="0"/>
              </a:spcBef>
              <a:buFont typeface="Arial" panose="020B0604020202020204" pitchFamily="34" charset="0"/>
              <a:buNone/>
              <a:defRPr sz="4400" kern="1200">
                <a:solidFill>
                  <a:schemeClr val="bg1"/>
                </a:solidFill>
                <a:latin typeface="+mj-lt"/>
                <a:ea typeface="+mj-ea"/>
                <a:cs typeface="+mj-cs"/>
              </a:defRPr>
            </a:lvl1pPr>
          </a:lstStyle>
          <a:p>
            <a:pPr marL="0" marR="0" lvl="0" indent="0" algn="ctr" defTabSz="914400" rtl="0" eaLnBrk="1" fontAlgn="auto" latinLnBrk="0" hangingPunct="1">
              <a:lnSpc>
                <a:spcPct val="80000"/>
              </a:lnSpc>
              <a:spcBef>
                <a:spcPct val="0"/>
              </a:spcBef>
              <a:spcAft>
                <a:spcPts val="0"/>
              </a:spcAft>
              <a:buClrTx/>
              <a:buSzTx/>
              <a:buFont typeface="Arial" panose="020B0604020202020204" pitchFamily="34" charset="0"/>
              <a:buNone/>
              <a:tabLst/>
              <a:defRPr/>
            </a:pPr>
            <a:r>
              <a:rPr lang="en-US" sz="3200" dirty="0">
                <a:solidFill>
                  <a:srgbClr val="FFFFFF"/>
                </a:solidFill>
                <a:effectLst>
                  <a:outerShdw blurRad="190500" algn="ctr" rotWithShape="0">
                    <a:srgbClr val="FFFFFF">
                      <a:alpha val="40000"/>
                    </a:srgbClr>
                  </a:outerShdw>
                </a:effectLst>
                <a:latin typeface="Poppins SemiBold"/>
              </a:rPr>
              <a:t>AKHMEDOV YUSUFJON</a:t>
            </a:r>
            <a:endParaRPr kumimoji="0" lang="en-US" sz="3200" b="0" i="0" u="none" strike="noStrike" kern="1200" cap="none" normalizeH="0" baseline="0" noProof="0" dirty="0">
              <a:ln>
                <a:noFill/>
              </a:ln>
              <a:solidFill>
                <a:srgbClr val="FFFFFF"/>
              </a:solidFill>
              <a:effectLst>
                <a:outerShdw blurRad="190500" algn="ctr" rotWithShape="0">
                  <a:srgbClr val="FFFFFF">
                    <a:alpha val="40000"/>
                  </a:srgbClr>
                </a:outerShdw>
              </a:effectLst>
              <a:uLnTx/>
              <a:uFillTx/>
              <a:latin typeface="Poppins SemiBold"/>
            </a:endParaRPr>
          </a:p>
        </p:txBody>
      </p:sp>
      <p:sp>
        <p:nvSpPr>
          <p:cNvPr id="23" name="Title 7">
            <a:extLst>
              <a:ext uri="{FF2B5EF4-FFF2-40B4-BE49-F238E27FC236}">
                <a16:creationId xmlns:a16="http://schemas.microsoft.com/office/drawing/2014/main" id="{D963B8D4-853D-B155-6473-FDE9D285CBF9}"/>
              </a:ext>
            </a:extLst>
          </p:cNvPr>
          <p:cNvSpPr txBox="1">
            <a:spLocks/>
          </p:cNvSpPr>
          <p:nvPr/>
        </p:nvSpPr>
        <p:spPr>
          <a:xfrm>
            <a:off x="361647" y="2452149"/>
            <a:ext cx="5063893" cy="1692771"/>
          </a:xfrm>
          <a:prstGeom prst="rect">
            <a:avLst/>
          </a:prstGeom>
        </p:spPr>
        <p:txBody>
          <a:bodyPr wrap="square">
            <a:spAutoFit/>
          </a:bodyPr>
          <a:lstStyle>
            <a:lvl1pPr marL="0" indent="0" algn="l" defTabSz="914400" rtl="0" eaLnBrk="1" latinLnBrk="0" hangingPunct="1">
              <a:lnSpc>
                <a:spcPct val="90000"/>
              </a:lnSpc>
              <a:spcBef>
                <a:spcPct val="0"/>
              </a:spcBef>
              <a:buFont typeface="Arial" panose="020B0604020202020204" pitchFamily="34" charset="0"/>
              <a:buNone/>
              <a:defRPr sz="4400" kern="1200">
                <a:solidFill>
                  <a:schemeClr val="bg1"/>
                </a:solidFill>
                <a:latin typeface="+mj-lt"/>
                <a:ea typeface="+mj-ea"/>
                <a:cs typeface="+mj-cs"/>
              </a:defRPr>
            </a:lvl1pPr>
          </a:lstStyle>
          <a:p>
            <a:pPr marL="0" marR="0" lvl="0" indent="0" defTabSz="914400" rtl="0" eaLnBrk="1" fontAlgn="auto" latinLnBrk="0" hangingPunct="1">
              <a:lnSpc>
                <a:spcPct val="80000"/>
              </a:lnSpc>
              <a:spcBef>
                <a:spcPct val="0"/>
              </a:spcBef>
              <a:spcAft>
                <a:spcPts val="0"/>
              </a:spcAft>
              <a:buClrTx/>
              <a:buSzTx/>
              <a:buFont typeface="Arial" panose="020B0604020202020204" pitchFamily="34" charset="0"/>
              <a:buNone/>
              <a:tabLst/>
              <a:defRPr/>
            </a:pPr>
            <a:r>
              <a:rPr lang="en-US" sz="3200" dirty="0">
                <a:solidFill>
                  <a:srgbClr val="FFFFFF"/>
                </a:solidFill>
                <a:effectLst>
                  <a:outerShdw blurRad="190500" algn="ctr" rotWithShape="0">
                    <a:srgbClr val="FFFFFF">
                      <a:alpha val="40000"/>
                    </a:srgbClr>
                  </a:outerShdw>
                </a:effectLst>
                <a:latin typeface="Poppins SemiBold"/>
              </a:rPr>
              <a:t>Chapter 11</a:t>
            </a:r>
          </a:p>
          <a:p>
            <a:pPr marL="0" marR="0" lvl="0" indent="0" defTabSz="914400" rtl="0" eaLnBrk="1" fontAlgn="auto" latinLnBrk="0" hangingPunct="1">
              <a:lnSpc>
                <a:spcPct val="80000"/>
              </a:lnSpc>
              <a:spcBef>
                <a:spcPct val="0"/>
              </a:spcBef>
              <a:spcAft>
                <a:spcPts val="0"/>
              </a:spcAft>
              <a:buClrTx/>
              <a:buSzTx/>
              <a:buFont typeface="Arial" panose="020B0604020202020204" pitchFamily="34" charset="0"/>
              <a:buNone/>
              <a:tabLst/>
              <a:defRPr/>
            </a:pPr>
            <a:r>
              <a:rPr lang="en-US" sz="3200" dirty="0">
                <a:solidFill>
                  <a:srgbClr val="FFFFFF"/>
                </a:solidFill>
                <a:effectLst>
                  <a:outerShdw blurRad="190500" algn="ctr" rotWithShape="0">
                    <a:srgbClr val="FFFFFF">
                      <a:alpha val="40000"/>
                    </a:srgbClr>
                  </a:outerShdw>
                </a:effectLst>
                <a:latin typeface="Poppins SemiBold"/>
              </a:rPr>
              <a:t>Cloud and Cyber Security Data-Oriented Mechanisms</a:t>
            </a:r>
            <a:endParaRPr kumimoji="0" lang="en-US" sz="3200" b="0" i="0" u="none" strike="noStrike" kern="1200" cap="none" normalizeH="0" baseline="0" noProof="0" dirty="0">
              <a:ln>
                <a:noFill/>
              </a:ln>
              <a:solidFill>
                <a:srgbClr val="FFFFFF"/>
              </a:solidFill>
              <a:effectLst>
                <a:outerShdw blurRad="190500" algn="ctr" rotWithShape="0">
                  <a:srgbClr val="FFFFFF">
                    <a:alpha val="40000"/>
                  </a:srgbClr>
                </a:outerShdw>
              </a:effectLst>
              <a:uLnTx/>
              <a:uFillTx/>
              <a:latin typeface="Poppins SemiBold"/>
            </a:endParaRPr>
          </a:p>
        </p:txBody>
      </p:sp>
    </p:spTree>
    <p:extLst>
      <p:ext uri="{BB962C8B-B14F-4D97-AF65-F5344CB8AC3E}">
        <p14:creationId xmlns:p14="http://schemas.microsoft.com/office/powerpoint/2010/main" val="12318910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Programmer background Images - Free Download on Freepik">
            <a:extLst>
              <a:ext uri="{FF2B5EF4-FFF2-40B4-BE49-F238E27FC236}">
                <a16:creationId xmlns:a16="http://schemas.microsoft.com/office/drawing/2014/main" id="{67B930A3-446E-C0AB-FD0E-9FD4B8A613C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62" t="3391" r="362" b="-15258"/>
          <a:stretch/>
        </p:blipFill>
        <p:spPr bwMode="auto">
          <a:xfrm>
            <a:off x="0" y="0"/>
            <a:ext cx="12192000" cy="7941060"/>
          </a:xfrm>
          <a:prstGeom prst="rect">
            <a:avLst/>
          </a:prstGeom>
          <a:noFill/>
          <a:extLst>
            <a:ext uri="{909E8E84-426E-40DD-AFC4-6F175D3DCCD1}">
              <a14:hiddenFill xmlns:a14="http://schemas.microsoft.com/office/drawing/2010/main">
                <a:solidFill>
                  <a:srgbClr val="FFFFFF"/>
                </a:solidFill>
              </a14:hiddenFill>
            </a:ext>
          </a:extLst>
        </p:spPr>
      </p:pic>
      <p:sp>
        <p:nvSpPr>
          <p:cNvPr id="24" name="Rectangle 23">
            <a:extLst>
              <a:ext uri="{FF2B5EF4-FFF2-40B4-BE49-F238E27FC236}">
                <a16:creationId xmlns:a16="http://schemas.microsoft.com/office/drawing/2014/main" id="{05D0BD90-6384-4F42-BDBE-A945AF012A9F}"/>
              </a:ext>
            </a:extLst>
          </p:cNvPr>
          <p:cNvSpPr/>
          <p:nvPr/>
        </p:nvSpPr>
        <p:spPr>
          <a:xfrm>
            <a:off x="3372338" y="170323"/>
            <a:ext cx="5447325" cy="923330"/>
          </a:xfrm>
          <a:prstGeom prst="rect">
            <a:avLst/>
          </a:prstGeom>
        </p:spPr>
        <p:txBody>
          <a:bodyPr wrap="none">
            <a:spAutoFit/>
          </a:bodyPr>
          <a:lstStyle/>
          <a:p>
            <a:pPr algn="ctr"/>
            <a:r>
              <a:rPr lang="en-US" sz="5400" b="1" spc="300" dirty="0">
                <a:solidFill>
                  <a:schemeClr val="bg1"/>
                </a:solidFill>
                <a:effectLst>
                  <a:outerShdw blurRad="292100" sx="102000" sy="102000" algn="ctr" rotWithShape="0">
                    <a:prstClr val="black">
                      <a:alpha val="52000"/>
                    </a:prstClr>
                  </a:outerShdw>
                </a:effectLst>
                <a:latin typeface="Montserrat" panose="00000500000000000000" pitchFamily="2" charset="0"/>
              </a:rPr>
              <a:t>MONITORING</a:t>
            </a:r>
            <a:endParaRPr lang="en-LT" sz="5400" b="1" spc="300" dirty="0">
              <a:solidFill>
                <a:schemeClr val="bg1"/>
              </a:solidFill>
              <a:effectLst>
                <a:outerShdw blurRad="292100" sx="102000" sy="102000" algn="ctr" rotWithShape="0">
                  <a:prstClr val="black">
                    <a:alpha val="52000"/>
                  </a:prstClr>
                </a:outerShdw>
              </a:effectLst>
              <a:latin typeface="Montserrat" panose="00000500000000000000" pitchFamily="2" charset="0"/>
            </a:endParaRPr>
          </a:p>
        </p:txBody>
      </p:sp>
      <p:sp>
        <p:nvSpPr>
          <p:cNvPr id="25" name="Rectangle 24">
            <a:extLst>
              <a:ext uri="{FF2B5EF4-FFF2-40B4-BE49-F238E27FC236}">
                <a16:creationId xmlns:a16="http://schemas.microsoft.com/office/drawing/2014/main" id="{7D1D4DDA-3BA2-7F47-974A-FC6F909C89E4}"/>
              </a:ext>
            </a:extLst>
          </p:cNvPr>
          <p:cNvSpPr/>
          <p:nvPr/>
        </p:nvSpPr>
        <p:spPr>
          <a:xfrm>
            <a:off x="4132960" y="941849"/>
            <a:ext cx="3926076" cy="400110"/>
          </a:xfrm>
          <a:prstGeom prst="rect">
            <a:avLst/>
          </a:prstGeom>
        </p:spPr>
        <p:txBody>
          <a:bodyPr wrap="none">
            <a:spAutoFit/>
          </a:bodyPr>
          <a:lstStyle/>
          <a:p>
            <a:pPr algn="ctr"/>
            <a:r>
              <a:rPr lang="en-US" sz="2000" spc="300" dirty="0">
                <a:solidFill>
                  <a:schemeClr val="bg1"/>
                </a:solidFill>
                <a:effectLst>
                  <a:outerShdw blurRad="292100" sx="102000" sy="102000" algn="ctr" rotWithShape="0">
                    <a:prstClr val="black">
                      <a:alpha val="52000"/>
                    </a:prstClr>
                  </a:outerShdw>
                </a:effectLst>
                <a:latin typeface="Montserrat" panose="00000500000000000000" pitchFamily="2" charset="0"/>
              </a:rPr>
              <a:t>IN CLOUD COMPUTING</a:t>
            </a:r>
            <a:endParaRPr lang="en-LT" sz="2000" spc="300">
              <a:solidFill>
                <a:schemeClr val="bg1"/>
              </a:solidFill>
              <a:effectLst>
                <a:outerShdw blurRad="292100" sx="102000" sy="102000" algn="ctr" rotWithShape="0">
                  <a:prstClr val="black">
                    <a:alpha val="52000"/>
                  </a:prstClr>
                </a:outerShdw>
              </a:effectLst>
              <a:latin typeface="Montserrat" panose="00000500000000000000" pitchFamily="2" charset="0"/>
            </a:endParaRPr>
          </a:p>
        </p:txBody>
      </p:sp>
      <mc:AlternateContent xmlns:mc="http://schemas.openxmlformats.org/markup-compatibility/2006">
        <mc:Choice xmlns:psez="http://schemas.microsoft.com/office/powerpoint/2016/sectionzoom" Requires="psez">
          <p:graphicFrame>
            <p:nvGraphicFramePr>
              <p:cNvPr id="12" name="Section Zoom 11">
                <a:extLst>
                  <a:ext uri="{FF2B5EF4-FFF2-40B4-BE49-F238E27FC236}">
                    <a16:creationId xmlns:a16="http://schemas.microsoft.com/office/drawing/2014/main" id="{C195487E-923E-634E-A4C3-E9368C2DE565}"/>
                  </a:ext>
                </a:extLst>
              </p:cNvPr>
              <p:cNvGraphicFramePr>
                <a:graphicFrameLocks noChangeAspect="1"/>
              </p:cNvGraphicFramePr>
              <p:nvPr>
                <p:extLst>
                  <p:ext uri="{D42A27DB-BD31-4B8C-83A1-F6EECF244321}">
                    <p14:modId xmlns:p14="http://schemas.microsoft.com/office/powerpoint/2010/main" val="362088979"/>
                  </p:ext>
                </p:extLst>
              </p:nvPr>
            </p:nvGraphicFramePr>
            <p:xfrm>
              <a:off x="8188238" y="3038437"/>
              <a:ext cx="4338627" cy="2440477"/>
            </p:xfrm>
            <a:graphic>
              <a:graphicData uri="http://schemas.microsoft.com/office/powerpoint/2016/sectionzoom">
                <psez:sectionZm>
                  <psez:sectionZmObj sectionId="{D01103C6-D9B4-874A-903D-1D54C47D2E73}">
                    <psez:zmPr id="{23888936-E0DE-5545-AD69-CCF83ACA0790}" transitionDur="1000" showBg="0">
                      <p166:blipFill xmlns:p166="http://schemas.microsoft.com/office/powerpoint/2016/6/main">
                        <a:blip r:embed="rId4"/>
                        <a:stretch>
                          <a:fillRect/>
                        </a:stretch>
                      </p166:blipFill>
                      <p166:spPr xmlns:p166="http://schemas.microsoft.com/office/powerpoint/2016/6/main">
                        <a:xfrm>
                          <a:off x="0" y="0"/>
                          <a:ext cx="4338627" cy="2440477"/>
                        </a:xfrm>
                        <a:prstGeom prst="rect">
                          <a:avLst/>
                        </a:prstGeom>
                      </p166:spPr>
                    </psez:zmPr>
                  </psez:sectionZmObj>
                </psez:sectionZm>
              </a:graphicData>
            </a:graphic>
          </p:graphicFrame>
        </mc:Choice>
        <mc:Fallback>
          <p:pic>
            <p:nvPicPr>
              <p:cNvPr id="12" name="Section Zoom 11">
                <a:hlinkClick r:id="rId5" action="ppaction://hlinksldjump"/>
                <a:extLst>
                  <a:ext uri="{FF2B5EF4-FFF2-40B4-BE49-F238E27FC236}">
                    <a16:creationId xmlns:a16="http://schemas.microsoft.com/office/drawing/2014/main" id="{C195487E-923E-634E-A4C3-E9368C2DE565}"/>
                  </a:ext>
                </a:extLst>
              </p:cNvPr>
              <p:cNvPicPr>
                <a:picLocks noGrp="1" noRot="1" noChangeAspect="1" noMove="1" noResize="1" noEditPoints="1" noAdjustHandles="1" noChangeArrowheads="1" noChangeShapeType="1"/>
              </p:cNvPicPr>
              <p:nvPr/>
            </p:nvPicPr>
            <p:blipFill>
              <a:blip r:embed="rId4"/>
              <a:stretch>
                <a:fillRect/>
              </a:stretch>
            </p:blipFill>
            <p:spPr>
              <a:xfrm>
                <a:off x="8188238" y="3038437"/>
                <a:ext cx="4338627" cy="2440477"/>
              </a:xfrm>
              <a:prstGeom prst="rect">
                <a:avLst/>
              </a:prstGeom>
            </p:spPr>
          </p:pic>
        </mc:Fallback>
      </mc:AlternateContent>
      <mc:AlternateContent xmlns:mc="http://schemas.openxmlformats.org/markup-compatibility/2006">
        <mc:Choice xmlns:psez="http://schemas.microsoft.com/office/powerpoint/2016/sectionzoom" Requires="psez">
          <p:graphicFrame>
            <p:nvGraphicFramePr>
              <p:cNvPr id="17" name="Section Zoom 16">
                <a:extLst>
                  <a:ext uri="{FF2B5EF4-FFF2-40B4-BE49-F238E27FC236}">
                    <a16:creationId xmlns:a16="http://schemas.microsoft.com/office/drawing/2014/main" id="{BA3A39B2-158B-2B4C-A1B4-DCCBD75CA15C}"/>
                  </a:ext>
                </a:extLst>
              </p:cNvPr>
              <p:cNvGraphicFramePr>
                <a:graphicFrameLocks noChangeAspect="1"/>
              </p:cNvGraphicFramePr>
              <p:nvPr>
                <p:extLst>
                  <p:ext uri="{D42A27DB-BD31-4B8C-83A1-F6EECF244321}">
                    <p14:modId xmlns:p14="http://schemas.microsoft.com/office/powerpoint/2010/main" val="323569400"/>
                  </p:ext>
                </p:extLst>
              </p:nvPr>
            </p:nvGraphicFramePr>
            <p:xfrm>
              <a:off x="4674733" y="4739794"/>
              <a:ext cx="3075882" cy="1730184"/>
            </p:xfrm>
            <a:graphic>
              <a:graphicData uri="http://schemas.microsoft.com/office/powerpoint/2016/sectionzoom">
                <psez:sectionZm>
                  <psez:sectionZmObj sectionId="{17ED8106-7472-CA40-A9D6-5927206203E6}">
                    <psez:zmPr id="{BED1C54D-1895-F149-B351-02B981A8A5BF}" transitionDur="1000" showBg="0">
                      <p166:blipFill xmlns:p166="http://schemas.microsoft.com/office/powerpoint/2016/6/main">
                        <a:blip r:embed="rId6"/>
                        <a:stretch>
                          <a:fillRect/>
                        </a:stretch>
                      </p166:blipFill>
                      <p166:spPr xmlns:p166="http://schemas.microsoft.com/office/powerpoint/2016/6/main">
                        <a:xfrm>
                          <a:off x="0" y="0"/>
                          <a:ext cx="3075882" cy="1730184"/>
                        </a:xfrm>
                        <a:prstGeom prst="rect">
                          <a:avLst/>
                        </a:prstGeom>
                      </p166:spPr>
                    </psez:zmPr>
                  </psez:sectionZmObj>
                </psez:sectionZm>
              </a:graphicData>
            </a:graphic>
          </p:graphicFrame>
        </mc:Choice>
        <mc:Fallback>
          <p:pic>
            <p:nvPicPr>
              <p:cNvPr id="17" name="Section Zoom 16">
                <a:hlinkClick r:id="rId7" action="ppaction://hlinksldjump"/>
                <a:extLst>
                  <a:ext uri="{FF2B5EF4-FFF2-40B4-BE49-F238E27FC236}">
                    <a16:creationId xmlns:a16="http://schemas.microsoft.com/office/drawing/2014/main" id="{BA3A39B2-158B-2B4C-A1B4-DCCBD75CA15C}"/>
                  </a:ext>
                </a:extLst>
              </p:cNvPr>
              <p:cNvPicPr>
                <a:picLocks noGrp="1" noRot="1" noChangeAspect="1" noMove="1" noResize="1" noEditPoints="1" noAdjustHandles="1" noChangeArrowheads="1" noChangeShapeType="1"/>
              </p:cNvPicPr>
              <p:nvPr/>
            </p:nvPicPr>
            <p:blipFill>
              <a:blip r:embed="rId6"/>
              <a:stretch>
                <a:fillRect/>
              </a:stretch>
            </p:blipFill>
            <p:spPr>
              <a:xfrm>
                <a:off x="4674733" y="4739794"/>
                <a:ext cx="3075882" cy="1730184"/>
              </a:xfrm>
              <a:prstGeom prst="rect">
                <a:avLst/>
              </a:prstGeom>
            </p:spPr>
          </p:pic>
        </mc:Fallback>
      </mc:AlternateContent>
      <mc:AlternateContent xmlns:mc="http://schemas.openxmlformats.org/markup-compatibility/2006">
        <mc:Choice xmlns:psez="http://schemas.microsoft.com/office/powerpoint/2016/sectionzoom" Requires="psez">
          <p:graphicFrame>
            <p:nvGraphicFramePr>
              <p:cNvPr id="6" name="Section Zoom 5">
                <a:extLst>
                  <a:ext uri="{FF2B5EF4-FFF2-40B4-BE49-F238E27FC236}">
                    <a16:creationId xmlns:a16="http://schemas.microsoft.com/office/drawing/2014/main" id="{039C2E45-7383-084C-A25A-231F40FCFD88}"/>
                  </a:ext>
                </a:extLst>
              </p:cNvPr>
              <p:cNvGraphicFramePr>
                <a:graphicFrameLocks noChangeAspect="1"/>
              </p:cNvGraphicFramePr>
              <p:nvPr>
                <p:extLst>
                  <p:ext uri="{D42A27DB-BD31-4B8C-83A1-F6EECF244321}">
                    <p14:modId xmlns:p14="http://schemas.microsoft.com/office/powerpoint/2010/main" val="1343933974"/>
                  </p:ext>
                </p:extLst>
              </p:nvPr>
            </p:nvGraphicFramePr>
            <p:xfrm>
              <a:off x="-9195" y="2975462"/>
              <a:ext cx="4450582" cy="2503452"/>
            </p:xfrm>
            <a:graphic>
              <a:graphicData uri="http://schemas.microsoft.com/office/powerpoint/2016/sectionzoom">
                <psez:sectionZm>
                  <psez:sectionZmObj sectionId="{34C61D3D-3DDA-8544-919D-38908B71CF6E}">
                    <psez:zmPr id="{4BF83247-9042-D446-B9D6-CD882B6CF45B}" transitionDur="1000" showBg="0">
                      <p166:blipFill xmlns:p166="http://schemas.microsoft.com/office/powerpoint/2016/6/main">
                        <a:blip r:embed="rId8"/>
                        <a:stretch>
                          <a:fillRect/>
                        </a:stretch>
                      </p166:blipFill>
                      <p166:spPr xmlns:p166="http://schemas.microsoft.com/office/powerpoint/2016/6/main">
                        <a:xfrm>
                          <a:off x="0" y="0"/>
                          <a:ext cx="4450582" cy="2503452"/>
                        </a:xfrm>
                        <a:prstGeom prst="rect">
                          <a:avLst/>
                        </a:prstGeom>
                        <a:effectLst/>
                      </p166:spPr>
                    </psez:zmPr>
                  </psez:sectionZmObj>
                </psez:sectionZm>
              </a:graphicData>
            </a:graphic>
          </p:graphicFrame>
        </mc:Choice>
        <mc:Fallback>
          <p:pic>
            <p:nvPicPr>
              <p:cNvPr id="6" name="Section Zoom 5">
                <a:hlinkClick r:id="rId9" action="ppaction://hlinksldjump"/>
                <a:extLst>
                  <a:ext uri="{FF2B5EF4-FFF2-40B4-BE49-F238E27FC236}">
                    <a16:creationId xmlns:a16="http://schemas.microsoft.com/office/drawing/2014/main" id="{039C2E45-7383-084C-A25A-231F40FCFD88}"/>
                  </a:ext>
                </a:extLst>
              </p:cNvPr>
              <p:cNvPicPr>
                <a:picLocks noGrp="1" noRot="1" noChangeAspect="1" noMove="1" noResize="1" noEditPoints="1" noAdjustHandles="1" noChangeArrowheads="1" noChangeShapeType="1"/>
              </p:cNvPicPr>
              <p:nvPr/>
            </p:nvPicPr>
            <p:blipFill>
              <a:blip r:embed="rId8"/>
              <a:stretch>
                <a:fillRect/>
              </a:stretch>
            </p:blipFill>
            <p:spPr>
              <a:xfrm>
                <a:off x="-9195" y="2975462"/>
                <a:ext cx="4450582" cy="2503452"/>
              </a:xfrm>
              <a:prstGeom prst="rect">
                <a:avLst/>
              </a:prstGeom>
              <a:effectLst/>
            </p:spPr>
          </p:pic>
        </mc:Fallback>
      </mc:AlternateContent>
      <mc:AlternateContent xmlns:mc="http://schemas.openxmlformats.org/markup-compatibility/2006">
        <mc:Choice xmlns:psez="http://schemas.microsoft.com/office/powerpoint/2016/sectionzoom" Requires="psez">
          <p:graphicFrame>
            <p:nvGraphicFramePr>
              <p:cNvPr id="4" name="Section Zoom 3">
                <a:extLst>
                  <a:ext uri="{FF2B5EF4-FFF2-40B4-BE49-F238E27FC236}">
                    <a16:creationId xmlns:a16="http://schemas.microsoft.com/office/drawing/2014/main" id="{B2D661A4-8895-1E43-9238-4B6D30F2FF2A}"/>
                  </a:ext>
                </a:extLst>
              </p:cNvPr>
              <p:cNvGraphicFramePr>
                <a:graphicFrameLocks noChangeAspect="1"/>
              </p:cNvGraphicFramePr>
              <p:nvPr>
                <p:extLst>
                  <p:ext uri="{D42A27DB-BD31-4B8C-83A1-F6EECF244321}">
                    <p14:modId xmlns:p14="http://schemas.microsoft.com/office/powerpoint/2010/main" val="1534549243"/>
                  </p:ext>
                </p:extLst>
              </p:nvPr>
            </p:nvGraphicFramePr>
            <p:xfrm>
              <a:off x="4003763" y="1547234"/>
              <a:ext cx="4483344" cy="2521881"/>
            </p:xfrm>
            <a:graphic>
              <a:graphicData uri="http://schemas.microsoft.com/office/powerpoint/2016/sectionzoom">
                <psez:sectionZm>
                  <psez:sectionZmObj sectionId="{DBB0F080-D76F-2449-A8A8-97428CE5CDE4}">
                    <psez:zmPr id="{E31B0801-3E89-AF44-A1B1-5F4CCB54772F}" transitionDur="1000" showBg="0">
                      <p166:blipFill xmlns:p166="http://schemas.microsoft.com/office/powerpoint/2016/6/main">
                        <a:blip r:embed="rId10"/>
                        <a:stretch>
                          <a:fillRect/>
                        </a:stretch>
                      </p166:blipFill>
                      <p166:spPr xmlns:p166="http://schemas.microsoft.com/office/powerpoint/2016/6/main">
                        <a:xfrm>
                          <a:off x="0" y="0"/>
                          <a:ext cx="4483344" cy="2521881"/>
                        </a:xfrm>
                        <a:prstGeom prst="rect">
                          <a:avLst/>
                        </a:prstGeom>
                      </p166:spPr>
                    </psez:zmPr>
                  </psez:sectionZmObj>
                </psez:sectionZm>
              </a:graphicData>
            </a:graphic>
          </p:graphicFrame>
        </mc:Choice>
        <mc:Fallback>
          <p:pic>
            <p:nvPicPr>
              <p:cNvPr id="4" name="Section Zoom 3">
                <a:hlinkClick r:id="rId11" action="ppaction://hlinksldjump"/>
                <a:extLst>
                  <a:ext uri="{FF2B5EF4-FFF2-40B4-BE49-F238E27FC236}">
                    <a16:creationId xmlns:a16="http://schemas.microsoft.com/office/drawing/2014/main" id="{B2D661A4-8895-1E43-9238-4B6D30F2FF2A}"/>
                  </a:ext>
                </a:extLst>
              </p:cNvPr>
              <p:cNvPicPr>
                <a:picLocks noGrp="1" noRot="1" noChangeAspect="1" noMove="1" noResize="1" noEditPoints="1" noAdjustHandles="1" noChangeArrowheads="1" noChangeShapeType="1"/>
              </p:cNvPicPr>
              <p:nvPr/>
            </p:nvPicPr>
            <p:blipFill>
              <a:blip r:embed="rId10"/>
              <a:stretch>
                <a:fillRect/>
              </a:stretch>
            </p:blipFill>
            <p:spPr>
              <a:xfrm>
                <a:off x="4003763" y="1547234"/>
                <a:ext cx="4483344" cy="2521881"/>
              </a:xfrm>
              <a:prstGeom prst="rect">
                <a:avLst/>
              </a:prstGeom>
            </p:spPr>
          </p:pic>
        </mc:Fallback>
      </mc:AlternateContent>
    </p:spTree>
    <p:extLst>
      <p:ext uri="{BB962C8B-B14F-4D97-AF65-F5344CB8AC3E}">
        <p14:creationId xmlns:p14="http://schemas.microsoft.com/office/powerpoint/2010/main" val="2385354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B8A42B65-566C-0A41-B8C2-5032B07BD196}"/>
              </a:ext>
            </a:extLst>
          </p:cNvPr>
          <p:cNvSpPr/>
          <p:nvPr/>
        </p:nvSpPr>
        <p:spPr>
          <a:xfrm>
            <a:off x="2869580" y="306505"/>
            <a:ext cx="6452840" cy="6452838"/>
          </a:xfrm>
          <a:prstGeom prst="ellipse">
            <a:avLst/>
          </a:prstGeom>
          <a:solidFill>
            <a:srgbClr val="12231D">
              <a:alpha val="40000"/>
            </a:srgbClr>
          </a:solid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LT" sz="8000" b="1" spc="-150">
              <a:latin typeface="Raleway" panose="020B0503030101060003" pitchFamily="34" charset="77"/>
            </a:endParaRPr>
          </a:p>
        </p:txBody>
      </p:sp>
      <p:sp>
        <p:nvSpPr>
          <p:cNvPr id="4" name="Rectangle 3">
            <a:extLst>
              <a:ext uri="{FF2B5EF4-FFF2-40B4-BE49-F238E27FC236}">
                <a16:creationId xmlns:a16="http://schemas.microsoft.com/office/drawing/2014/main" id="{D674933B-DF67-D14D-ACC6-194EA400210B}"/>
              </a:ext>
            </a:extLst>
          </p:cNvPr>
          <p:cNvSpPr/>
          <p:nvPr/>
        </p:nvSpPr>
        <p:spPr>
          <a:xfrm>
            <a:off x="4173840" y="3532924"/>
            <a:ext cx="3844322" cy="2092881"/>
          </a:xfrm>
          <a:prstGeom prst="rect">
            <a:avLst/>
          </a:prstGeom>
        </p:spPr>
        <p:txBody>
          <a:bodyPr wrap="none">
            <a:spAutoFit/>
          </a:bodyPr>
          <a:lstStyle/>
          <a:p>
            <a:pPr algn="ctr"/>
            <a:r>
              <a:rPr lang="en-US" sz="6500" b="1" spc="-150" dirty="0">
                <a:solidFill>
                  <a:schemeClr val="bg1"/>
                </a:solidFill>
                <a:effectLst>
                  <a:outerShdw blurRad="419100" sx="102000" sy="102000" algn="ctr" rotWithShape="0">
                    <a:prstClr val="black">
                      <a:alpha val="29000"/>
                    </a:prstClr>
                  </a:outerShdw>
                </a:effectLst>
                <a:latin typeface="Raleway Black" panose="020B0503030101060003" pitchFamily="34" charset="77"/>
              </a:rPr>
              <a:t>ACTIVITY</a:t>
            </a:r>
          </a:p>
          <a:p>
            <a:pPr algn="ctr"/>
            <a:r>
              <a:rPr lang="en-US" sz="6500" b="1" spc="-150" dirty="0">
                <a:solidFill>
                  <a:schemeClr val="bg1"/>
                </a:solidFill>
                <a:effectLst>
                  <a:outerShdw blurRad="419100" sx="102000" sy="102000" algn="ctr" rotWithShape="0">
                    <a:prstClr val="black">
                      <a:alpha val="29000"/>
                    </a:prstClr>
                  </a:outerShdw>
                </a:effectLst>
                <a:latin typeface="Raleway Black" panose="020B0503030101060003" pitchFamily="34" charset="77"/>
              </a:rPr>
              <a:t>LOG</a:t>
            </a:r>
            <a:endParaRPr lang="en-LT" sz="6500" b="1" spc="-150">
              <a:solidFill>
                <a:schemeClr val="bg1"/>
              </a:solidFill>
              <a:effectLst>
                <a:outerShdw blurRad="419100" sx="102000" sy="102000" algn="ctr" rotWithShape="0">
                  <a:prstClr val="black">
                    <a:alpha val="29000"/>
                  </a:prstClr>
                </a:outerShdw>
              </a:effectLst>
              <a:latin typeface="Raleway Black" panose="020B0503030101060003" pitchFamily="34" charset="77"/>
            </a:endParaRPr>
          </a:p>
        </p:txBody>
      </p:sp>
      <p:pic>
        <p:nvPicPr>
          <p:cNvPr id="13" name="Picture 12">
            <a:extLst>
              <a:ext uri="{FF2B5EF4-FFF2-40B4-BE49-F238E27FC236}">
                <a16:creationId xmlns:a16="http://schemas.microsoft.com/office/drawing/2014/main" id="{8A1F597A-259E-90FF-6DAD-F4F636B2761F}"/>
              </a:ext>
            </a:extLst>
          </p:cNvPr>
          <p:cNvPicPr>
            <a:picLocks noChangeAspect="1"/>
          </p:cNvPicPr>
          <p:nvPr/>
        </p:nvPicPr>
        <p:blipFill>
          <a:blip r:embed="rId2"/>
          <a:stretch>
            <a:fillRect/>
          </a:stretch>
        </p:blipFill>
        <p:spPr>
          <a:xfrm>
            <a:off x="5013325" y="923369"/>
            <a:ext cx="2165350" cy="2165350"/>
          </a:xfrm>
          <a:prstGeom prst="rect">
            <a:avLst/>
          </a:prstGeom>
        </p:spPr>
      </p:pic>
    </p:spTree>
    <p:extLst>
      <p:ext uri="{BB962C8B-B14F-4D97-AF65-F5344CB8AC3E}">
        <p14:creationId xmlns:p14="http://schemas.microsoft.com/office/powerpoint/2010/main" val="97523264"/>
      </p:ext>
    </p:extLst>
  </p:cSld>
  <p:clrMapOvr>
    <a:masterClrMapping/>
  </p:clrMapOvr>
  <p:transition spd="slow" advTm="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erson on top of mountain during daytime">
            <a:extLst>
              <a:ext uri="{FF2B5EF4-FFF2-40B4-BE49-F238E27FC236}">
                <a16:creationId xmlns:a16="http://schemas.microsoft.com/office/drawing/2014/main" id="{46BE918B-EA92-1948-9A36-85366B984810}"/>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50000"/>
                    </a14:imgEffect>
                  </a14:imgLayer>
                </a14:imgProps>
              </a:ex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0" name="Oval 9">
            <a:extLst>
              <a:ext uri="{FF2B5EF4-FFF2-40B4-BE49-F238E27FC236}">
                <a16:creationId xmlns:a16="http://schemas.microsoft.com/office/drawing/2014/main" id="{CF6B2B7C-89ED-F540-A64D-0D5E18A71354}"/>
              </a:ext>
            </a:extLst>
          </p:cNvPr>
          <p:cNvSpPr/>
          <p:nvPr/>
        </p:nvSpPr>
        <p:spPr>
          <a:xfrm>
            <a:off x="-1450258" y="-4117255"/>
            <a:ext cx="15092516" cy="15092510"/>
          </a:xfrm>
          <a:prstGeom prst="ellipse">
            <a:avLst/>
          </a:prstGeom>
          <a:no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LT" sz="8000" b="1" spc="-150">
              <a:latin typeface="Raleway" panose="020B0503030101060003" pitchFamily="34" charset="77"/>
            </a:endParaRPr>
          </a:p>
        </p:txBody>
      </p:sp>
      <p:sp>
        <p:nvSpPr>
          <p:cNvPr id="11" name="Rectangle 10">
            <a:extLst>
              <a:ext uri="{FF2B5EF4-FFF2-40B4-BE49-F238E27FC236}">
                <a16:creationId xmlns:a16="http://schemas.microsoft.com/office/drawing/2014/main" id="{F1ABBEE1-A4F3-6746-AE3A-4B6E12CE6CA3}"/>
              </a:ext>
            </a:extLst>
          </p:cNvPr>
          <p:cNvSpPr/>
          <p:nvPr/>
        </p:nvSpPr>
        <p:spPr>
          <a:xfrm>
            <a:off x="1325897" y="137373"/>
            <a:ext cx="6812582" cy="707886"/>
          </a:xfrm>
          <a:prstGeom prst="rect">
            <a:avLst/>
          </a:prstGeom>
        </p:spPr>
        <p:txBody>
          <a:bodyPr wrap="square">
            <a:spAutoFit/>
          </a:bodyPr>
          <a:lstStyle/>
          <a:p>
            <a:pPr algn="ctr"/>
            <a:r>
              <a:rPr lang="en-US" sz="4000" b="1" spc="-150" dirty="0">
                <a:solidFill>
                  <a:schemeClr val="bg1"/>
                </a:solidFill>
                <a:effectLst>
                  <a:outerShdw blurRad="419100" sx="102000" sy="102000" algn="ctr" rotWithShape="0">
                    <a:prstClr val="black">
                      <a:alpha val="29000"/>
                    </a:prstClr>
                  </a:outerShdw>
                </a:effectLst>
                <a:latin typeface="Raleway Black" panose="020B0503030101060003" pitchFamily="34" charset="77"/>
              </a:rPr>
              <a:t>ACTIVITY LOG MONITORING</a:t>
            </a:r>
            <a:endParaRPr lang="en-LT" sz="4000" b="1" spc="-150">
              <a:solidFill>
                <a:schemeClr val="bg1"/>
              </a:solidFill>
              <a:effectLst>
                <a:outerShdw blurRad="419100" sx="102000" sy="102000" algn="ctr" rotWithShape="0">
                  <a:prstClr val="black">
                    <a:alpha val="29000"/>
                  </a:prstClr>
                </a:outerShdw>
              </a:effectLst>
              <a:latin typeface="Raleway Black" panose="020B0503030101060003" pitchFamily="34" charset="77"/>
            </a:endParaRPr>
          </a:p>
        </p:txBody>
      </p:sp>
      <p:sp>
        <p:nvSpPr>
          <p:cNvPr id="7" name="Rectangle 6">
            <a:extLst>
              <a:ext uri="{FF2B5EF4-FFF2-40B4-BE49-F238E27FC236}">
                <a16:creationId xmlns:a16="http://schemas.microsoft.com/office/drawing/2014/main" id="{4C848C93-791F-2D21-4455-15DC4FBE5BE5}"/>
              </a:ext>
            </a:extLst>
          </p:cNvPr>
          <p:cNvSpPr/>
          <p:nvPr/>
        </p:nvSpPr>
        <p:spPr>
          <a:xfrm>
            <a:off x="1325897" y="1180097"/>
            <a:ext cx="8613255" cy="1200329"/>
          </a:xfrm>
          <a:prstGeom prst="rect">
            <a:avLst/>
          </a:prstGeom>
        </p:spPr>
        <p:txBody>
          <a:bodyPr wrap="none">
            <a:spAutoFit/>
          </a:bodyPr>
          <a:lstStyle/>
          <a:p>
            <a:pPr marL="457200" indent="-457200">
              <a:buFont typeface="Wingdings" pitchFamily="2" charset="2"/>
              <a:buChar char="§"/>
            </a:pPr>
            <a:r>
              <a:rPr lang="en-US" sz="2400" spc="-150" dirty="0">
                <a:solidFill>
                  <a:schemeClr val="bg1"/>
                </a:solidFill>
                <a:effectLst>
                  <a:outerShdw blurRad="419100" sx="102000" sy="102000" algn="ctr" rotWithShape="0">
                    <a:prstClr val="black">
                      <a:alpha val="29000"/>
                    </a:prstClr>
                  </a:outerShdw>
                </a:effectLst>
                <a:latin typeface="Raleway Black" panose="020B0503030101060003" pitchFamily="34" charset="77"/>
              </a:rPr>
              <a:t>Event logs, device configuration logs, OS logs, Database etc.</a:t>
            </a:r>
            <a:endParaRPr lang="en-LT" sz="2400" spc="-150">
              <a:solidFill>
                <a:schemeClr val="bg1"/>
              </a:solidFill>
              <a:effectLst>
                <a:outerShdw blurRad="419100" sx="102000" sy="102000" algn="ctr" rotWithShape="0">
                  <a:prstClr val="black">
                    <a:alpha val="29000"/>
                  </a:prstClr>
                </a:outerShdw>
              </a:effectLst>
              <a:latin typeface="Raleway Black" panose="020B0503030101060003" pitchFamily="34" charset="77"/>
            </a:endParaRPr>
          </a:p>
          <a:p>
            <a:pPr marL="457200" indent="-457200">
              <a:buFont typeface="Wingdings" pitchFamily="2" charset="2"/>
              <a:buChar char="§"/>
            </a:pPr>
            <a:r>
              <a:rPr lang="en-US" sz="2400" spc="-150" dirty="0">
                <a:solidFill>
                  <a:schemeClr val="bg1"/>
                </a:solidFill>
                <a:effectLst>
                  <a:outerShdw blurRad="419100" sx="102000" sy="102000" algn="ctr" rotWithShape="0">
                    <a:prstClr val="black">
                      <a:alpha val="29000"/>
                    </a:prstClr>
                  </a:outerShdw>
                </a:effectLst>
                <a:latin typeface="Raleway Black" panose="020B0503030101060003" pitchFamily="34" charset="77"/>
              </a:rPr>
              <a:t>Patterns of activity</a:t>
            </a:r>
          </a:p>
          <a:p>
            <a:pPr marL="457200" indent="-457200">
              <a:buFont typeface="Wingdings" pitchFamily="2" charset="2"/>
              <a:buChar char="§"/>
            </a:pPr>
            <a:r>
              <a:rPr lang="en-US" sz="2400" spc="-150" dirty="0">
                <a:solidFill>
                  <a:schemeClr val="bg1"/>
                </a:solidFill>
                <a:effectLst>
                  <a:outerShdw blurRad="419100" sx="102000" sy="102000" algn="ctr" rotWithShape="0">
                    <a:prstClr val="black">
                      <a:alpha val="29000"/>
                    </a:prstClr>
                  </a:outerShdw>
                </a:effectLst>
                <a:latin typeface="Raleway Black" panose="020B0503030101060003" pitchFamily="34" charset="77"/>
              </a:rPr>
              <a:t>Indicate potential security breaches</a:t>
            </a:r>
          </a:p>
        </p:txBody>
      </p:sp>
      <p:pic>
        <p:nvPicPr>
          <p:cNvPr id="4100" name="Picture 4" descr="Amazon CloudWatch | AWS News Blog">
            <a:extLst>
              <a:ext uri="{FF2B5EF4-FFF2-40B4-BE49-F238E27FC236}">
                <a16:creationId xmlns:a16="http://schemas.microsoft.com/office/drawing/2014/main" id="{27D56C2D-1E37-1BD5-86CE-E19CDFEA5E4D}"/>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25719" t="3535" r="22812"/>
          <a:stretch/>
        </p:blipFill>
        <p:spPr bwMode="auto">
          <a:xfrm>
            <a:off x="1325897" y="3068763"/>
            <a:ext cx="1044185" cy="978529"/>
          </a:xfrm>
          <a:prstGeom prst="rect">
            <a:avLst/>
          </a:prstGeom>
          <a:noFill/>
          <a:extLst>
            <a:ext uri="{909E8E84-426E-40DD-AFC4-6F175D3DCCD1}">
              <a14:hiddenFill xmlns:a14="http://schemas.microsoft.com/office/drawing/2010/main">
                <a:solidFill>
                  <a:srgbClr val="FFFFFF"/>
                </a:solidFill>
              </a14:hiddenFill>
            </a:ext>
          </a:extLst>
        </p:spPr>
      </p:pic>
      <p:sp>
        <p:nvSpPr>
          <p:cNvPr id="9" name="Rectangle 8">
            <a:extLst>
              <a:ext uri="{FF2B5EF4-FFF2-40B4-BE49-F238E27FC236}">
                <a16:creationId xmlns:a16="http://schemas.microsoft.com/office/drawing/2014/main" id="{905A8097-6DC9-4807-C8FC-C37E6145BAD5}"/>
              </a:ext>
            </a:extLst>
          </p:cNvPr>
          <p:cNvSpPr/>
          <p:nvPr/>
        </p:nvSpPr>
        <p:spPr>
          <a:xfrm>
            <a:off x="2578490" y="3093185"/>
            <a:ext cx="2234907" cy="954107"/>
          </a:xfrm>
          <a:prstGeom prst="rect">
            <a:avLst/>
          </a:prstGeom>
        </p:spPr>
        <p:txBody>
          <a:bodyPr wrap="none">
            <a:spAutoFit/>
          </a:bodyPr>
          <a:lstStyle/>
          <a:p>
            <a:r>
              <a:rPr lang="en-US" sz="2800" b="1" spc="-150" dirty="0">
                <a:solidFill>
                  <a:schemeClr val="bg1"/>
                </a:solidFill>
                <a:effectLst>
                  <a:outerShdw blurRad="419100" sx="102000" sy="102000" algn="ctr" rotWithShape="0">
                    <a:prstClr val="black">
                      <a:alpha val="29000"/>
                    </a:prstClr>
                  </a:outerShdw>
                </a:effectLst>
                <a:latin typeface="Raleway Black" panose="020B0503030101060003" pitchFamily="34" charset="77"/>
              </a:rPr>
              <a:t>AWS </a:t>
            </a:r>
          </a:p>
          <a:p>
            <a:r>
              <a:rPr lang="en-US" sz="2800" b="1" spc="-150" dirty="0">
                <a:solidFill>
                  <a:schemeClr val="bg1"/>
                </a:solidFill>
                <a:effectLst>
                  <a:outerShdw blurRad="419100" sx="102000" sy="102000" algn="ctr" rotWithShape="0">
                    <a:prstClr val="black">
                      <a:alpha val="29000"/>
                    </a:prstClr>
                  </a:outerShdw>
                </a:effectLst>
                <a:latin typeface="Raleway Black" panose="020B0503030101060003" pitchFamily="34" charset="77"/>
              </a:rPr>
              <a:t>CloudWatch</a:t>
            </a:r>
          </a:p>
        </p:txBody>
      </p:sp>
      <p:pic>
        <p:nvPicPr>
          <p:cNvPr id="4104" name="Picture 8" descr="Avoiding Disk Space Issues on Azure VMs with KQL Query-Based Alerts">
            <a:extLst>
              <a:ext uri="{FF2B5EF4-FFF2-40B4-BE49-F238E27FC236}">
                <a16:creationId xmlns:a16="http://schemas.microsoft.com/office/drawing/2014/main" id="{1FC1912B-6405-3379-2860-50C9D1DBBB4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25898" y="4719504"/>
            <a:ext cx="1108028" cy="1108028"/>
          </a:xfrm>
          <a:prstGeom prst="rect">
            <a:avLst/>
          </a:prstGeom>
          <a:noFill/>
          <a:extLst>
            <a:ext uri="{909E8E84-426E-40DD-AFC4-6F175D3DCCD1}">
              <a14:hiddenFill xmlns:a14="http://schemas.microsoft.com/office/drawing/2010/main">
                <a:solidFill>
                  <a:srgbClr val="FFFFFF"/>
                </a:solidFill>
              </a14:hiddenFill>
            </a:ext>
          </a:extLst>
        </p:spPr>
      </p:pic>
      <p:sp>
        <p:nvSpPr>
          <p:cNvPr id="17" name="Rectangle 16">
            <a:extLst>
              <a:ext uri="{FF2B5EF4-FFF2-40B4-BE49-F238E27FC236}">
                <a16:creationId xmlns:a16="http://schemas.microsoft.com/office/drawing/2014/main" id="{ACC1BB4B-FF42-B1D0-7398-D06386A549A8}"/>
              </a:ext>
            </a:extLst>
          </p:cNvPr>
          <p:cNvSpPr/>
          <p:nvPr/>
        </p:nvSpPr>
        <p:spPr>
          <a:xfrm>
            <a:off x="2657068" y="4873425"/>
            <a:ext cx="2403222" cy="954107"/>
          </a:xfrm>
          <a:prstGeom prst="rect">
            <a:avLst/>
          </a:prstGeom>
        </p:spPr>
        <p:txBody>
          <a:bodyPr wrap="none">
            <a:spAutoFit/>
          </a:bodyPr>
          <a:lstStyle/>
          <a:p>
            <a:r>
              <a:rPr lang="en-US" sz="2800" b="1" spc="-150" dirty="0">
                <a:solidFill>
                  <a:schemeClr val="bg1"/>
                </a:solidFill>
                <a:effectLst>
                  <a:outerShdw blurRad="419100" sx="102000" sy="102000" algn="ctr" rotWithShape="0">
                    <a:prstClr val="black">
                      <a:alpha val="29000"/>
                    </a:prstClr>
                  </a:outerShdw>
                </a:effectLst>
                <a:latin typeface="Raleway Black" panose="020B0503030101060003" pitchFamily="34" charset="77"/>
              </a:rPr>
              <a:t>Microsoft </a:t>
            </a:r>
          </a:p>
          <a:p>
            <a:r>
              <a:rPr lang="en-US" sz="2800" b="1" spc="-150" dirty="0">
                <a:solidFill>
                  <a:schemeClr val="bg1"/>
                </a:solidFill>
                <a:effectLst>
                  <a:outerShdw blurRad="419100" sx="102000" sy="102000" algn="ctr" rotWithShape="0">
                    <a:prstClr val="black">
                      <a:alpha val="29000"/>
                    </a:prstClr>
                  </a:outerShdw>
                </a:effectLst>
                <a:latin typeface="Raleway Black" panose="020B0503030101060003" pitchFamily="34" charset="77"/>
              </a:rPr>
              <a:t>Azure Monitor</a:t>
            </a:r>
          </a:p>
        </p:txBody>
      </p:sp>
      <p:pic>
        <p:nvPicPr>
          <p:cNvPr id="4106" name="Picture 10" descr="Google Cloud Logging">
            <a:extLst>
              <a:ext uri="{FF2B5EF4-FFF2-40B4-BE49-F238E27FC236}">
                <a16:creationId xmlns:a16="http://schemas.microsoft.com/office/drawing/2014/main" id="{41848A8B-FA24-9914-CE85-05F83788407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69467" y="2867995"/>
            <a:ext cx="1537252" cy="1404489"/>
          </a:xfrm>
          <a:prstGeom prst="rect">
            <a:avLst/>
          </a:prstGeom>
          <a:noFill/>
          <a:extLst>
            <a:ext uri="{909E8E84-426E-40DD-AFC4-6F175D3DCCD1}">
              <a14:hiddenFill xmlns:a14="http://schemas.microsoft.com/office/drawing/2010/main">
                <a:solidFill>
                  <a:srgbClr val="FFFFFF"/>
                </a:solidFill>
              </a14:hiddenFill>
            </a:ext>
          </a:extLst>
        </p:spPr>
      </p:pic>
      <p:sp>
        <p:nvSpPr>
          <p:cNvPr id="30" name="Rectangle 29">
            <a:extLst>
              <a:ext uri="{FF2B5EF4-FFF2-40B4-BE49-F238E27FC236}">
                <a16:creationId xmlns:a16="http://schemas.microsoft.com/office/drawing/2014/main" id="{5E8473DC-97F3-C52B-1C2B-BD50D02DB627}"/>
              </a:ext>
            </a:extLst>
          </p:cNvPr>
          <p:cNvSpPr/>
          <p:nvPr/>
        </p:nvSpPr>
        <p:spPr>
          <a:xfrm>
            <a:off x="7006719" y="3093185"/>
            <a:ext cx="2509020" cy="954107"/>
          </a:xfrm>
          <a:prstGeom prst="rect">
            <a:avLst/>
          </a:prstGeom>
        </p:spPr>
        <p:txBody>
          <a:bodyPr wrap="none">
            <a:spAutoFit/>
          </a:bodyPr>
          <a:lstStyle/>
          <a:p>
            <a:r>
              <a:rPr lang="en-US" sz="2800" b="1" spc="-150" dirty="0">
                <a:solidFill>
                  <a:schemeClr val="bg1"/>
                </a:solidFill>
                <a:effectLst>
                  <a:outerShdw blurRad="419100" sx="102000" sy="102000" algn="ctr" rotWithShape="0">
                    <a:prstClr val="black">
                      <a:alpha val="29000"/>
                    </a:prstClr>
                  </a:outerShdw>
                </a:effectLst>
                <a:latin typeface="Raleway Black" panose="020B0503030101060003" pitchFamily="34" charset="77"/>
              </a:rPr>
              <a:t>Google  Cloud </a:t>
            </a:r>
          </a:p>
          <a:p>
            <a:r>
              <a:rPr lang="en-US" sz="2800" b="1" spc="-150" dirty="0">
                <a:solidFill>
                  <a:schemeClr val="bg1"/>
                </a:solidFill>
                <a:effectLst>
                  <a:outerShdw blurRad="419100" sx="102000" sy="102000" algn="ctr" rotWithShape="0">
                    <a:prstClr val="black">
                      <a:alpha val="29000"/>
                    </a:prstClr>
                  </a:outerShdw>
                </a:effectLst>
                <a:latin typeface="Raleway Black" panose="020B0503030101060003" pitchFamily="34" charset="77"/>
              </a:rPr>
              <a:t>Audit Logs</a:t>
            </a:r>
          </a:p>
        </p:txBody>
      </p:sp>
      <p:pic>
        <p:nvPicPr>
          <p:cNvPr id="4108" name="Picture 12" descr="OCI">
            <a:extLst>
              <a:ext uri="{FF2B5EF4-FFF2-40B4-BE49-F238E27FC236}">
                <a16:creationId xmlns:a16="http://schemas.microsoft.com/office/drawing/2014/main" id="{47678497-7ED6-08F3-1549-012D9655A063}"/>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18296" t="-1400" r="17832" b="-1402"/>
          <a:stretch/>
        </p:blipFill>
        <p:spPr bwMode="auto">
          <a:xfrm>
            <a:off x="5503335" y="4698372"/>
            <a:ext cx="1371600" cy="1159003"/>
          </a:xfrm>
          <a:prstGeom prst="rect">
            <a:avLst/>
          </a:prstGeom>
          <a:noFill/>
          <a:extLst>
            <a:ext uri="{909E8E84-426E-40DD-AFC4-6F175D3DCCD1}">
              <a14:hiddenFill xmlns:a14="http://schemas.microsoft.com/office/drawing/2010/main">
                <a:solidFill>
                  <a:srgbClr val="FFFFFF"/>
                </a:solidFill>
              </a14:hiddenFill>
            </a:ext>
          </a:extLst>
        </p:spPr>
      </p:pic>
      <p:sp>
        <p:nvSpPr>
          <p:cNvPr id="31" name="Rectangle 30">
            <a:extLst>
              <a:ext uri="{FF2B5EF4-FFF2-40B4-BE49-F238E27FC236}">
                <a16:creationId xmlns:a16="http://schemas.microsoft.com/office/drawing/2014/main" id="{63327ABD-68DA-486E-A6DE-CF3E49566905}"/>
              </a:ext>
            </a:extLst>
          </p:cNvPr>
          <p:cNvSpPr/>
          <p:nvPr/>
        </p:nvSpPr>
        <p:spPr>
          <a:xfrm>
            <a:off x="7006719" y="4815550"/>
            <a:ext cx="4775666" cy="954107"/>
          </a:xfrm>
          <a:prstGeom prst="rect">
            <a:avLst/>
          </a:prstGeom>
        </p:spPr>
        <p:txBody>
          <a:bodyPr wrap="none">
            <a:spAutoFit/>
          </a:bodyPr>
          <a:lstStyle/>
          <a:p>
            <a:r>
              <a:rPr lang="en-US" sz="2800" b="1" spc="-150" dirty="0">
                <a:solidFill>
                  <a:schemeClr val="bg1"/>
                </a:solidFill>
                <a:effectLst>
                  <a:outerShdw blurRad="419100" sx="102000" sy="102000" algn="ctr" rotWithShape="0">
                    <a:prstClr val="black">
                      <a:alpha val="29000"/>
                    </a:prstClr>
                  </a:outerShdw>
                </a:effectLst>
                <a:latin typeface="Raleway Black" panose="020B0503030101060003" pitchFamily="34" charset="77"/>
              </a:rPr>
              <a:t>Oracle Cloud Infrastructure </a:t>
            </a:r>
          </a:p>
          <a:p>
            <a:r>
              <a:rPr lang="en-US" sz="2800" b="1" spc="-150" dirty="0">
                <a:solidFill>
                  <a:schemeClr val="bg1"/>
                </a:solidFill>
                <a:effectLst>
                  <a:outerShdw blurRad="419100" sx="102000" sy="102000" algn="ctr" rotWithShape="0">
                    <a:prstClr val="black">
                      <a:alpha val="29000"/>
                    </a:prstClr>
                  </a:outerShdw>
                </a:effectLst>
                <a:latin typeface="Raleway Black" panose="020B0503030101060003" pitchFamily="34" charset="77"/>
              </a:rPr>
              <a:t>OCI Logging</a:t>
            </a:r>
          </a:p>
        </p:txBody>
      </p:sp>
    </p:spTree>
    <p:extLst>
      <p:ext uri="{BB962C8B-B14F-4D97-AF65-F5344CB8AC3E}">
        <p14:creationId xmlns:p14="http://schemas.microsoft.com/office/powerpoint/2010/main" val="384280755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4100"/>
                                        </p:tgtEl>
                                        <p:attrNameLst>
                                          <p:attrName>style.visibility</p:attrName>
                                        </p:attrNameLst>
                                      </p:cBhvr>
                                      <p:to>
                                        <p:strVal val="visible"/>
                                      </p:to>
                                    </p:set>
                                    <p:animEffect transition="in" filter="dissolve">
                                      <p:cBhvr>
                                        <p:cTn id="7" dur="500"/>
                                        <p:tgtEl>
                                          <p:spTgt spid="4100"/>
                                        </p:tgtEl>
                                      </p:cBhvr>
                                    </p:animEffect>
                                  </p:childTnLst>
                                </p:cTn>
                              </p:par>
                              <p:par>
                                <p:cTn id="8" presetID="9"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dissolve">
                                      <p:cBhvr>
                                        <p:cTn id="10" dur="500"/>
                                        <p:tgtEl>
                                          <p:spTgt spid="9"/>
                                        </p:tgtEl>
                                      </p:cBhvr>
                                    </p:animEffect>
                                  </p:childTnLst>
                                </p:cTn>
                              </p:par>
                              <p:par>
                                <p:cTn id="11" presetID="9" presetClass="entr" presetSubtype="0" fill="hold" nodeType="withEffect">
                                  <p:stCondLst>
                                    <p:cond delay="0"/>
                                  </p:stCondLst>
                                  <p:childTnLst>
                                    <p:set>
                                      <p:cBhvr>
                                        <p:cTn id="12" dur="1" fill="hold">
                                          <p:stCondLst>
                                            <p:cond delay="0"/>
                                          </p:stCondLst>
                                        </p:cTn>
                                        <p:tgtEl>
                                          <p:spTgt spid="4106"/>
                                        </p:tgtEl>
                                        <p:attrNameLst>
                                          <p:attrName>style.visibility</p:attrName>
                                        </p:attrNameLst>
                                      </p:cBhvr>
                                      <p:to>
                                        <p:strVal val="visible"/>
                                      </p:to>
                                    </p:set>
                                    <p:animEffect transition="in" filter="dissolve">
                                      <p:cBhvr>
                                        <p:cTn id="13" dur="500"/>
                                        <p:tgtEl>
                                          <p:spTgt spid="4106"/>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dissolve">
                                      <p:cBhvr>
                                        <p:cTn id="16" dur="500"/>
                                        <p:tgtEl>
                                          <p:spTgt spid="30"/>
                                        </p:tgtEl>
                                      </p:cBhvr>
                                    </p:animEffect>
                                  </p:childTnLst>
                                </p:cTn>
                              </p:par>
                              <p:par>
                                <p:cTn id="17" presetID="9" presetClass="entr" presetSubtype="0" fill="hold" nodeType="withEffect">
                                  <p:stCondLst>
                                    <p:cond delay="0"/>
                                  </p:stCondLst>
                                  <p:childTnLst>
                                    <p:set>
                                      <p:cBhvr>
                                        <p:cTn id="18" dur="1" fill="hold">
                                          <p:stCondLst>
                                            <p:cond delay="0"/>
                                          </p:stCondLst>
                                        </p:cTn>
                                        <p:tgtEl>
                                          <p:spTgt spid="4104"/>
                                        </p:tgtEl>
                                        <p:attrNameLst>
                                          <p:attrName>style.visibility</p:attrName>
                                        </p:attrNameLst>
                                      </p:cBhvr>
                                      <p:to>
                                        <p:strVal val="visible"/>
                                      </p:to>
                                    </p:set>
                                    <p:animEffect transition="in" filter="dissolve">
                                      <p:cBhvr>
                                        <p:cTn id="19" dur="500"/>
                                        <p:tgtEl>
                                          <p:spTgt spid="4104"/>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dissolve">
                                      <p:cBhvr>
                                        <p:cTn id="22" dur="500"/>
                                        <p:tgtEl>
                                          <p:spTgt spid="17"/>
                                        </p:tgtEl>
                                      </p:cBhvr>
                                    </p:animEffect>
                                  </p:childTnLst>
                                </p:cTn>
                              </p:par>
                              <p:par>
                                <p:cTn id="23" presetID="9" presetClass="entr" presetSubtype="0" fill="hold" nodeType="withEffect">
                                  <p:stCondLst>
                                    <p:cond delay="0"/>
                                  </p:stCondLst>
                                  <p:childTnLst>
                                    <p:set>
                                      <p:cBhvr>
                                        <p:cTn id="24" dur="1" fill="hold">
                                          <p:stCondLst>
                                            <p:cond delay="0"/>
                                          </p:stCondLst>
                                        </p:cTn>
                                        <p:tgtEl>
                                          <p:spTgt spid="4108"/>
                                        </p:tgtEl>
                                        <p:attrNameLst>
                                          <p:attrName>style.visibility</p:attrName>
                                        </p:attrNameLst>
                                      </p:cBhvr>
                                      <p:to>
                                        <p:strVal val="visible"/>
                                      </p:to>
                                    </p:set>
                                    <p:animEffect transition="in" filter="dissolve">
                                      <p:cBhvr>
                                        <p:cTn id="25" dur="500"/>
                                        <p:tgtEl>
                                          <p:spTgt spid="4108"/>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31"/>
                                        </p:tgtEl>
                                        <p:attrNameLst>
                                          <p:attrName>style.visibility</p:attrName>
                                        </p:attrNameLst>
                                      </p:cBhvr>
                                      <p:to>
                                        <p:strVal val="visible"/>
                                      </p:to>
                                    </p:set>
                                    <p:animEffect transition="in" filter="dissolve">
                                      <p:cBhvr>
                                        <p:cTn id="28"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7" grpId="0"/>
      <p:bldP spid="30" grpId="0"/>
      <p:bldP spid="3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2F5EB8-BE8E-EB5C-1F07-3F99CE1B1498}"/>
            </a:ext>
          </a:extLst>
        </p:cNvPr>
        <p:cNvGrpSpPr/>
        <p:nvPr/>
      </p:nvGrpSpPr>
      <p:grpSpPr>
        <a:xfrm>
          <a:off x="0" y="0"/>
          <a:ext cx="0" cy="0"/>
          <a:chOff x="0" y="0"/>
          <a:chExt cx="0" cy="0"/>
        </a:xfrm>
      </p:grpSpPr>
      <p:sp>
        <p:nvSpPr>
          <p:cNvPr id="10" name="Oval 9">
            <a:extLst>
              <a:ext uri="{FF2B5EF4-FFF2-40B4-BE49-F238E27FC236}">
                <a16:creationId xmlns:a16="http://schemas.microsoft.com/office/drawing/2014/main" id="{8F2AE408-ED61-8D8C-56A2-4156FE2AA689}"/>
              </a:ext>
            </a:extLst>
          </p:cNvPr>
          <p:cNvSpPr/>
          <p:nvPr/>
        </p:nvSpPr>
        <p:spPr>
          <a:xfrm>
            <a:off x="-1450258" y="-4117255"/>
            <a:ext cx="15092516" cy="15092510"/>
          </a:xfrm>
          <a:prstGeom prst="ellipse">
            <a:avLst/>
          </a:prstGeom>
          <a:no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LT" sz="8000" b="1" spc="-150">
              <a:latin typeface="Raleway" panose="020B0503030101060003" pitchFamily="34" charset="77"/>
            </a:endParaRPr>
          </a:p>
        </p:txBody>
      </p:sp>
      <p:pic>
        <p:nvPicPr>
          <p:cNvPr id="6146" name="Picture 2" descr="Getting started with CloudWatch automatic dashboards - Amazon CloudWatch">
            <a:extLst>
              <a:ext uri="{FF2B5EF4-FFF2-40B4-BE49-F238E27FC236}">
                <a16:creationId xmlns:a16="http://schemas.microsoft.com/office/drawing/2014/main" id="{B5A6AF4A-D870-DA11-3AAA-F6ECC1AFF0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
            <a:ext cx="12192000" cy="69765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396545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B8A42B65-566C-0A41-B8C2-5032B07BD196}"/>
              </a:ext>
            </a:extLst>
          </p:cNvPr>
          <p:cNvSpPr/>
          <p:nvPr/>
        </p:nvSpPr>
        <p:spPr>
          <a:xfrm>
            <a:off x="2869581" y="202582"/>
            <a:ext cx="6452840" cy="6452838"/>
          </a:xfrm>
          <a:prstGeom prst="ellipse">
            <a:avLst/>
          </a:prstGeom>
          <a:solidFill>
            <a:srgbClr val="12231D">
              <a:alpha val="40000"/>
            </a:srgbClr>
          </a:solid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LT" sz="8000" b="1" spc="-150">
              <a:latin typeface="Raleway" panose="020B0503030101060003" pitchFamily="34" charset="77"/>
            </a:endParaRPr>
          </a:p>
        </p:txBody>
      </p:sp>
      <p:sp>
        <p:nvSpPr>
          <p:cNvPr id="4" name="Rectangle 3">
            <a:extLst>
              <a:ext uri="{FF2B5EF4-FFF2-40B4-BE49-F238E27FC236}">
                <a16:creationId xmlns:a16="http://schemas.microsoft.com/office/drawing/2014/main" id="{D674933B-DF67-D14D-ACC6-194EA400210B}"/>
              </a:ext>
            </a:extLst>
          </p:cNvPr>
          <p:cNvSpPr/>
          <p:nvPr/>
        </p:nvSpPr>
        <p:spPr>
          <a:xfrm>
            <a:off x="2947641" y="3721100"/>
            <a:ext cx="6296718" cy="1323439"/>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0" b="1" i="0" u="none" strike="noStrike" kern="1200" cap="none" spc="-150" normalizeH="0" baseline="0" noProof="0" dirty="0">
                <a:ln>
                  <a:noFill/>
                </a:ln>
                <a:solidFill>
                  <a:srgbClr val="FFFFFF"/>
                </a:solidFill>
                <a:effectLst>
                  <a:outerShdw blurRad="419100" sx="102000" sy="102000" algn="ctr" rotWithShape="0">
                    <a:prstClr val="black">
                      <a:alpha val="29000"/>
                    </a:prstClr>
                  </a:outerShdw>
                </a:effectLst>
                <a:uLnTx/>
                <a:uFillTx/>
                <a:latin typeface="Raleway Black" panose="020B0503030101060003" pitchFamily="34" charset="77"/>
                <a:ea typeface="+mn-ea"/>
                <a:cs typeface="+mn-cs"/>
              </a:rPr>
              <a:t>TRAFFIC</a:t>
            </a:r>
            <a:endParaRPr kumimoji="0" lang="en-LT" sz="10500" b="1" i="0" u="none" strike="noStrike" kern="1200" cap="none" spc="-150" normalizeH="0" baseline="0" noProof="0" dirty="0">
              <a:ln>
                <a:noFill/>
              </a:ln>
              <a:solidFill>
                <a:srgbClr val="FFFFFF"/>
              </a:solidFill>
              <a:effectLst>
                <a:outerShdw blurRad="419100" sx="102000" sy="102000" algn="ctr" rotWithShape="0">
                  <a:prstClr val="black">
                    <a:alpha val="29000"/>
                  </a:prstClr>
                </a:outerShdw>
              </a:effectLst>
              <a:uLnTx/>
              <a:uFillTx/>
              <a:latin typeface="Raleway Black" panose="020B0503030101060003" pitchFamily="34" charset="77"/>
              <a:ea typeface="+mn-ea"/>
              <a:cs typeface="+mn-cs"/>
            </a:endParaRPr>
          </a:p>
        </p:txBody>
      </p:sp>
      <p:pic>
        <p:nvPicPr>
          <p:cNvPr id="3" name="Picture 2">
            <a:extLst>
              <a:ext uri="{FF2B5EF4-FFF2-40B4-BE49-F238E27FC236}">
                <a16:creationId xmlns:a16="http://schemas.microsoft.com/office/drawing/2014/main" id="{044691A5-BB4E-CCC0-01FA-B0F0BC3179B2}"/>
              </a:ext>
            </a:extLst>
          </p:cNvPr>
          <p:cNvPicPr>
            <a:picLocks noChangeAspect="1"/>
          </p:cNvPicPr>
          <p:nvPr/>
        </p:nvPicPr>
        <p:blipFill>
          <a:blip r:embed="rId2"/>
          <a:stretch>
            <a:fillRect/>
          </a:stretch>
        </p:blipFill>
        <p:spPr>
          <a:xfrm>
            <a:off x="4470400" y="469900"/>
            <a:ext cx="3251200" cy="3251200"/>
          </a:xfrm>
          <a:prstGeom prst="rect">
            <a:avLst/>
          </a:prstGeom>
        </p:spPr>
      </p:pic>
    </p:spTree>
    <p:extLst>
      <p:ext uri="{BB962C8B-B14F-4D97-AF65-F5344CB8AC3E}">
        <p14:creationId xmlns:p14="http://schemas.microsoft.com/office/powerpoint/2010/main" val="1167597831"/>
      </p:ext>
    </p:extLst>
  </p:cSld>
  <p:clrMapOvr>
    <a:masterClrMapping/>
  </p:clrMapOvr>
  <p:transition spd="slow" advTm="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4" name="Picture 6" descr="man standing on top of mountain beside cairn stones">
            <a:extLst>
              <a:ext uri="{FF2B5EF4-FFF2-40B4-BE49-F238E27FC236}">
                <a16:creationId xmlns:a16="http://schemas.microsoft.com/office/drawing/2014/main" id="{D7294908-9A58-794A-B85A-622DC85DAF8C}"/>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40000"/>
                    </a14:imgEffect>
                  </a14:imgLayer>
                </a14:imgProps>
              </a:ex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Oval 1">
            <a:extLst>
              <a:ext uri="{FF2B5EF4-FFF2-40B4-BE49-F238E27FC236}">
                <a16:creationId xmlns:a16="http://schemas.microsoft.com/office/drawing/2014/main" id="{B8A42B65-566C-0A41-B8C2-5032B07BD196}"/>
              </a:ext>
            </a:extLst>
          </p:cNvPr>
          <p:cNvSpPr/>
          <p:nvPr/>
        </p:nvSpPr>
        <p:spPr>
          <a:xfrm>
            <a:off x="-1364972" y="-4031970"/>
            <a:ext cx="14921946" cy="14921942"/>
          </a:xfrm>
          <a:prstGeom prst="ellipse">
            <a:avLst/>
          </a:prstGeom>
          <a:no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LT" sz="8000" b="1" spc="-150">
              <a:latin typeface="Raleway" panose="020B0503030101060003" pitchFamily="34" charset="77"/>
            </a:endParaRPr>
          </a:p>
        </p:txBody>
      </p:sp>
      <p:sp>
        <p:nvSpPr>
          <p:cNvPr id="7" name="Rectangle 6">
            <a:extLst>
              <a:ext uri="{FF2B5EF4-FFF2-40B4-BE49-F238E27FC236}">
                <a16:creationId xmlns:a16="http://schemas.microsoft.com/office/drawing/2014/main" id="{802FF809-9565-4F8E-BC68-575ABBCF3F3E}"/>
              </a:ext>
            </a:extLst>
          </p:cNvPr>
          <p:cNvSpPr/>
          <p:nvPr/>
        </p:nvSpPr>
        <p:spPr>
          <a:xfrm>
            <a:off x="2305483" y="136128"/>
            <a:ext cx="7767303" cy="707886"/>
          </a:xfrm>
          <a:prstGeom prst="rect">
            <a:avLst/>
          </a:prstGeom>
        </p:spPr>
        <p:txBody>
          <a:bodyPr wrap="square">
            <a:spAutoFit/>
          </a:bodyPr>
          <a:lstStyle/>
          <a:p>
            <a:pPr algn="ctr"/>
            <a:r>
              <a:rPr lang="en-US" sz="4000" b="1" spc="-150" dirty="0">
                <a:solidFill>
                  <a:schemeClr val="bg1"/>
                </a:solidFill>
                <a:effectLst>
                  <a:outerShdw blurRad="419100" sx="102000" sy="102000" algn="ctr" rotWithShape="0">
                    <a:prstClr val="black">
                      <a:alpha val="29000"/>
                    </a:prstClr>
                  </a:outerShdw>
                </a:effectLst>
                <a:latin typeface="Raleway Black" panose="020B0503030101060003" pitchFamily="34" charset="77"/>
              </a:rPr>
              <a:t>TRAFFIC MONITOR MECHANISM</a:t>
            </a:r>
            <a:endParaRPr lang="en-LT" sz="4000" b="1" spc="-150">
              <a:solidFill>
                <a:schemeClr val="bg1"/>
              </a:solidFill>
              <a:effectLst>
                <a:outerShdw blurRad="419100" sx="102000" sy="102000" algn="ctr" rotWithShape="0">
                  <a:prstClr val="black">
                    <a:alpha val="29000"/>
                  </a:prstClr>
                </a:outerShdw>
              </a:effectLst>
              <a:latin typeface="Raleway Black" panose="020B0503030101060003" pitchFamily="34" charset="77"/>
            </a:endParaRPr>
          </a:p>
        </p:txBody>
      </p:sp>
      <p:sp>
        <p:nvSpPr>
          <p:cNvPr id="9" name="Rectangle 8">
            <a:extLst>
              <a:ext uri="{FF2B5EF4-FFF2-40B4-BE49-F238E27FC236}">
                <a16:creationId xmlns:a16="http://schemas.microsoft.com/office/drawing/2014/main" id="{69521A6E-48D6-78E9-1BE3-B6FB1C163A47}"/>
              </a:ext>
            </a:extLst>
          </p:cNvPr>
          <p:cNvSpPr/>
          <p:nvPr/>
        </p:nvSpPr>
        <p:spPr>
          <a:xfrm>
            <a:off x="166768" y="995454"/>
            <a:ext cx="11754299" cy="1569660"/>
          </a:xfrm>
          <a:prstGeom prst="rect">
            <a:avLst/>
          </a:prstGeom>
        </p:spPr>
        <p:txBody>
          <a:bodyPr wrap="square">
            <a:spAutoFit/>
          </a:bodyPr>
          <a:lstStyle/>
          <a:p>
            <a:pPr marL="457200" indent="-457200">
              <a:buFont typeface="Wingdings" pitchFamily="2" charset="2"/>
              <a:buChar char="§"/>
            </a:pPr>
            <a:r>
              <a:rPr lang="en-US" sz="2400" spc="-150" dirty="0">
                <a:solidFill>
                  <a:schemeClr val="bg1"/>
                </a:solidFill>
                <a:effectLst>
                  <a:outerShdw blurRad="419100" sx="102000" sy="102000" algn="ctr" rotWithShape="0">
                    <a:prstClr val="black">
                      <a:alpha val="29000"/>
                    </a:prstClr>
                  </a:outerShdw>
                </a:effectLst>
                <a:latin typeface="Raleway Black" panose="020B0503030101060003" pitchFamily="34" charset="77"/>
              </a:rPr>
              <a:t>Monitors network traffic to detect abnormalities affecting performance, availability, or security  </a:t>
            </a:r>
          </a:p>
          <a:p>
            <a:pPr marL="457200" indent="-457200">
              <a:buFont typeface="Wingdings" pitchFamily="2" charset="2"/>
              <a:buChar char="§"/>
            </a:pPr>
            <a:r>
              <a:rPr lang="en-US" sz="2400" spc="-150" dirty="0">
                <a:solidFill>
                  <a:schemeClr val="bg1"/>
                </a:solidFill>
                <a:effectLst>
                  <a:outerShdw blurRad="419100" sx="102000" sy="102000" algn="ctr" rotWithShape="0">
                    <a:prstClr val="black">
                      <a:alpha val="29000"/>
                    </a:prstClr>
                  </a:outerShdw>
                </a:effectLst>
                <a:latin typeface="Raleway Black" panose="020B0503030101060003" pitchFamily="34" charset="77"/>
              </a:rPr>
              <a:t>Provides real-time data and long-term trends for network activity  </a:t>
            </a:r>
          </a:p>
          <a:p>
            <a:pPr marL="457200" indent="-457200">
              <a:buFont typeface="Wingdings" pitchFamily="2" charset="2"/>
              <a:buChar char="§"/>
            </a:pPr>
            <a:r>
              <a:rPr lang="en-US" sz="2400" spc="-150" dirty="0">
                <a:solidFill>
                  <a:schemeClr val="bg1"/>
                </a:solidFill>
                <a:effectLst>
                  <a:outerShdw blurRad="419100" sx="102000" sy="102000" algn="ctr" rotWithShape="0">
                    <a:prstClr val="black">
                      <a:alpha val="29000"/>
                    </a:prstClr>
                  </a:outerShdw>
                </a:effectLst>
                <a:latin typeface="Raleway Black" panose="020B0503030101060003" pitchFamily="34" charset="77"/>
              </a:rPr>
              <a:t>Assists administrators in analyzing and maintaining healthy network operations</a:t>
            </a:r>
          </a:p>
        </p:txBody>
      </p:sp>
      <p:sp>
        <p:nvSpPr>
          <p:cNvPr id="12" name="Rectangle 11">
            <a:extLst>
              <a:ext uri="{FF2B5EF4-FFF2-40B4-BE49-F238E27FC236}">
                <a16:creationId xmlns:a16="http://schemas.microsoft.com/office/drawing/2014/main" id="{7B92F3E8-97EB-46CB-F30B-604CA466A940}"/>
              </a:ext>
            </a:extLst>
          </p:cNvPr>
          <p:cNvSpPr/>
          <p:nvPr/>
        </p:nvSpPr>
        <p:spPr>
          <a:xfrm>
            <a:off x="2578490" y="3093185"/>
            <a:ext cx="2486578" cy="954107"/>
          </a:xfrm>
          <a:prstGeom prst="rect">
            <a:avLst/>
          </a:prstGeom>
        </p:spPr>
        <p:txBody>
          <a:bodyPr wrap="none">
            <a:spAutoFit/>
          </a:bodyPr>
          <a:lstStyle/>
          <a:p>
            <a:r>
              <a:rPr lang="en-US" sz="2800" b="1" spc="-150" dirty="0">
                <a:solidFill>
                  <a:schemeClr val="bg1"/>
                </a:solidFill>
                <a:effectLst>
                  <a:outerShdw blurRad="419100" sx="102000" sy="102000" algn="ctr" rotWithShape="0">
                    <a:prstClr val="black">
                      <a:alpha val="29000"/>
                    </a:prstClr>
                  </a:outerShdw>
                </a:effectLst>
                <a:latin typeface="Raleway Black" panose="020B0503030101060003" pitchFamily="34" charset="77"/>
              </a:rPr>
              <a:t>AWS </a:t>
            </a:r>
          </a:p>
          <a:p>
            <a:r>
              <a:rPr lang="en-US" sz="2800" b="1" spc="-150" dirty="0">
                <a:solidFill>
                  <a:schemeClr val="bg1"/>
                </a:solidFill>
                <a:effectLst>
                  <a:outerShdw blurRad="419100" sx="102000" sy="102000" algn="ctr" rotWithShape="0">
                    <a:prstClr val="black">
                      <a:alpha val="29000"/>
                    </a:prstClr>
                  </a:outerShdw>
                </a:effectLst>
                <a:latin typeface="Raleway Black" panose="020B0503030101060003" pitchFamily="34" charset="77"/>
              </a:rPr>
              <a:t>VPS Flow Logs</a:t>
            </a:r>
          </a:p>
        </p:txBody>
      </p:sp>
      <p:pic>
        <p:nvPicPr>
          <p:cNvPr id="5122" name="Picture 2" descr="Demonstration of VPC Flow Logs. Hello there! Today, we will be looking… |  by Howie Hong | Medium">
            <a:extLst>
              <a:ext uri="{FF2B5EF4-FFF2-40B4-BE49-F238E27FC236}">
                <a16:creationId xmlns:a16="http://schemas.microsoft.com/office/drawing/2014/main" id="{BDD22340-420B-84C8-AD57-7503D123F73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40232" y="2979040"/>
            <a:ext cx="1215725" cy="1215725"/>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NSG | Microsoft Azure Mono">
            <a:extLst>
              <a:ext uri="{FF2B5EF4-FFF2-40B4-BE49-F238E27FC236}">
                <a16:creationId xmlns:a16="http://schemas.microsoft.com/office/drawing/2014/main" id="{07C93B1F-6BB5-737D-C1B5-826107FD404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91433" y="4547446"/>
            <a:ext cx="1215725" cy="1614732"/>
          </a:xfrm>
          <a:prstGeom prst="rect">
            <a:avLst/>
          </a:prstGeom>
          <a:noFill/>
          <a:extLst>
            <a:ext uri="{909E8E84-426E-40DD-AFC4-6F175D3DCCD1}">
              <a14:hiddenFill xmlns:a14="http://schemas.microsoft.com/office/drawing/2010/main">
                <a:solidFill>
                  <a:srgbClr val="FFFFFF"/>
                </a:solidFill>
              </a14:hiddenFill>
            </a:ext>
          </a:extLst>
        </p:spPr>
      </p:pic>
      <p:sp>
        <p:nvSpPr>
          <p:cNvPr id="24" name="Rectangle 23">
            <a:extLst>
              <a:ext uri="{FF2B5EF4-FFF2-40B4-BE49-F238E27FC236}">
                <a16:creationId xmlns:a16="http://schemas.microsoft.com/office/drawing/2014/main" id="{41FE3B97-1342-D4B5-7D3C-F75F24CC31EB}"/>
              </a:ext>
            </a:extLst>
          </p:cNvPr>
          <p:cNvSpPr/>
          <p:nvPr/>
        </p:nvSpPr>
        <p:spPr>
          <a:xfrm>
            <a:off x="2578490" y="4643435"/>
            <a:ext cx="2964273" cy="1384995"/>
          </a:xfrm>
          <a:prstGeom prst="rect">
            <a:avLst/>
          </a:prstGeom>
        </p:spPr>
        <p:txBody>
          <a:bodyPr wrap="none">
            <a:spAutoFit/>
          </a:bodyPr>
          <a:lstStyle/>
          <a:p>
            <a:r>
              <a:rPr lang="en-US" sz="2800" b="1" spc="-150" dirty="0">
                <a:solidFill>
                  <a:schemeClr val="bg1"/>
                </a:solidFill>
                <a:effectLst>
                  <a:outerShdw blurRad="419100" sx="102000" sy="102000" algn="ctr" rotWithShape="0">
                    <a:prstClr val="black">
                      <a:alpha val="29000"/>
                    </a:prstClr>
                  </a:outerShdw>
                </a:effectLst>
                <a:latin typeface="Raleway Black" panose="020B0503030101060003" pitchFamily="34" charset="77"/>
              </a:rPr>
              <a:t>Azure </a:t>
            </a:r>
          </a:p>
          <a:p>
            <a:r>
              <a:rPr lang="en-US" sz="2800" b="1" spc="-150" dirty="0">
                <a:solidFill>
                  <a:schemeClr val="bg1"/>
                </a:solidFill>
                <a:effectLst>
                  <a:outerShdw blurRad="419100" sx="102000" sy="102000" algn="ctr" rotWithShape="0">
                    <a:prstClr val="black">
                      <a:alpha val="29000"/>
                    </a:prstClr>
                  </a:outerShdw>
                </a:effectLst>
                <a:latin typeface="Raleway Black" panose="020B0503030101060003" pitchFamily="34" charset="77"/>
              </a:rPr>
              <a:t>Network Security</a:t>
            </a:r>
          </a:p>
          <a:p>
            <a:r>
              <a:rPr lang="en-US" sz="2800" b="1" spc="-150" dirty="0">
                <a:solidFill>
                  <a:schemeClr val="bg1"/>
                </a:solidFill>
                <a:effectLst>
                  <a:outerShdw blurRad="419100" sx="102000" sy="102000" algn="ctr" rotWithShape="0">
                    <a:prstClr val="black">
                      <a:alpha val="29000"/>
                    </a:prstClr>
                  </a:outerShdw>
                </a:effectLst>
                <a:latin typeface="Raleway Black" panose="020B0503030101060003" pitchFamily="34" charset="77"/>
              </a:rPr>
              <a:t>Groups</a:t>
            </a:r>
          </a:p>
        </p:txBody>
      </p:sp>
      <p:pic>
        <p:nvPicPr>
          <p:cNvPr id="5126" name="Picture 6" descr="60+ VPC Flow Logs Online Courses for 2025 | Explore Free Courses &amp;  Certifications | Class Central">
            <a:extLst>
              <a:ext uri="{FF2B5EF4-FFF2-40B4-BE49-F238E27FC236}">
                <a16:creationId xmlns:a16="http://schemas.microsoft.com/office/drawing/2014/main" id="{FF67328E-53D6-9DCD-533F-E91D9942F2B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692675" y="2979040"/>
            <a:ext cx="1791858" cy="1075115"/>
          </a:xfrm>
          <a:prstGeom prst="rect">
            <a:avLst/>
          </a:prstGeom>
          <a:noFill/>
          <a:extLst>
            <a:ext uri="{909E8E84-426E-40DD-AFC4-6F175D3DCCD1}">
              <a14:hiddenFill xmlns:a14="http://schemas.microsoft.com/office/drawing/2010/main">
                <a:solidFill>
                  <a:srgbClr val="FFFFFF"/>
                </a:solidFill>
              </a14:hiddenFill>
            </a:ext>
          </a:extLst>
        </p:spPr>
      </p:pic>
      <p:sp>
        <p:nvSpPr>
          <p:cNvPr id="25" name="Rectangle 24">
            <a:extLst>
              <a:ext uri="{FF2B5EF4-FFF2-40B4-BE49-F238E27FC236}">
                <a16:creationId xmlns:a16="http://schemas.microsoft.com/office/drawing/2014/main" id="{63FEFEBE-CC35-D049-520E-D9A58E0B4310}"/>
              </a:ext>
            </a:extLst>
          </p:cNvPr>
          <p:cNvSpPr/>
          <p:nvPr/>
        </p:nvSpPr>
        <p:spPr>
          <a:xfrm>
            <a:off x="7840566" y="3079226"/>
            <a:ext cx="2326278" cy="954107"/>
          </a:xfrm>
          <a:prstGeom prst="rect">
            <a:avLst/>
          </a:prstGeom>
        </p:spPr>
        <p:txBody>
          <a:bodyPr wrap="none">
            <a:spAutoFit/>
          </a:bodyPr>
          <a:lstStyle/>
          <a:p>
            <a:r>
              <a:rPr lang="en-US" sz="2800" b="1" spc="-150" dirty="0">
                <a:solidFill>
                  <a:schemeClr val="bg1"/>
                </a:solidFill>
                <a:effectLst>
                  <a:outerShdw blurRad="419100" sx="102000" sy="102000" algn="ctr" rotWithShape="0">
                    <a:prstClr val="black">
                      <a:alpha val="29000"/>
                    </a:prstClr>
                  </a:outerShdw>
                </a:effectLst>
                <a:latin typeface="Raleway Black" panose="020B0503030101060003" pitchFamily="34" charset="77"/>
              </a:rPr>
              <a:t>Google </a:t>
            </a:r>
          </a:p>
          <a:p>
            <a:r>
              <a:rPr lang="en-US" sz="2800" b="1" spc="-150" dirty="0">
                <a:solidFill>
                  <a:schemeClr val="bg1"/>
                </a:solidFill>
                <a:effectLst>
                  <a:outerShdw blurRad="419100" sx="102000" sy="102000" algn="ctr" rotWithShape="0">
                    <a:prstClr val="black">
                      <a:alpha val="29000"/>
                    </a:prstClr>
                  </a:outerShdw>
                </a:effectLst>
                <a:latin typeface="Raleway Black" panose="020B0503030101060003" pitchFamily="34" charset="77"/>
              </a:rPr>
              <a:t>VPS Flow Log</a:t>
            </a:r>
          </a:p>
        </p:txBody>
      </p:sp>
      <p:pic>
        <p:nvPicPr>
          <p:cNvPr id="5128" name="Picture 8" descr="OCI —Keep your Networking Flow logging Enabled. | by hitesh gondalia |  Medium">
            <a:extLst>
              <a:ext uri="{FF2B5EF4-FFF2-40B4-BE49-F238E27FC236}">
                <a16:creationId xmlns:a16="http://schemas.microsoft.com/office/drawing/2014/main" id="{CAFF1F60-D3DB-2687-5014-C93023D9481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692675" y="4508020"/>
            <a:ext cx="1791858" cy="1580807"/>
          </a:xfrm>
          <a:prstGeom prst="rect">
            <a:avLst/>
          </a:prstGeom>
          <a:noFill/>
          <a:extLst>
            <a:ext uri="{909E8E84-426E-40DD-AFC4-6F175D3DCCD1}">
              <a14:hiddenFill xmlns:a14="http://schemas.microsoft.com/office/drawing/2010/main">
                <a:solidFill>
                  <a:srgbClr val="FFFFFF"/>
                </a:solidFill>
              </a14:hiddenFill>
            </a:ext>
          </a:extLst>
        </p:spPr>
      </p:pic>
      <p:sp>
        <p:nvSpPr>
          <p:cNvPr id="26" name="Rectangle 25">
            <a:extLst>
              <a:ext uri="{FF2B5EF4-FFF2-40B4-BE49-F238E27FC236}">
                <a16:creationId xmlns:a16="http://schemas.microsoft.com/office/drawing/2014/main" id="{AC9183DF-297C-F1A6-BEFF-86BD4765C3A7}"/>
              </a:ext>
            </a:extLst>
          </p:cNvPr>
          <p:cNvSpPr/>
          <p:nvPr/>
        </p:nvSpPr>
        <p:spPr>
          <a:xfrm>
            <a:off x="7840566" y="4643435"/>
            <a:ext cx="2400016" cy="954107"/>
          </a:xfrm>
          <a:prstGeom prst="rect">
            <a:avLst/>
          </a:prstGeom>
        </p:spPr>
        <p:txBody>
          <a:bodyPr wrap="none">
            <a:spAutoFit/>
          </a:bodyPr>
          <a:lstStyle/>
          <a:p>
            <a:r>
              <a:rPr lang="en-US" sz="2800" b="1" spc="-150" dirty="0">
                <a:solidFill>
                  <a:schemeClr val="bg1"/>
                </a:solidFill>
                <a:effectLst>
                  <a:outerShdw blurRad="419100" sx="102000" sy="102000" algn="ctr" rotWithShape="0">
                    <a:prstClr val="black">
                      <a:alpha val="29000"/>
                    </a:prstClr>
                  </a:outerShdw>
                </a:effectLst>
                <a:latin typeface="Raleway Black" panose="020B0503030101060003" pitchFamily="34" charset="77"/>
              </a:rPr>
              <a:t>Oracle Cloud</a:t>
            </a:r>
          </a:p>
          <a:p>
            <a:r>
              <a:rPr lang="en-US" sz="2800" b="1" spc="-150" dirty="0">
                <a:solidFill>
                  <a:schemeClr val="bg1"/>
                </a:solidFill>
                <a:effectLst>
                  <a:outerShdw blurRad="419100" sx="102000" sy="102000" algn="ctr" rotWithShape="0">
                    <a:prstClr val="black">
                      <a:alpha val="29000"/>
                    </a:prstClr>
                  </a:outerShdw>
                </a:effectLst>
                <a:latin typeface="Raleway Black" panose="020B0503030101060003" pitchFamily="34" charset="77"/>
              </a:rPr>
              <a:t>VCN Flow Log</a:t>
            </a:r>
          </a:p>
        </p:txBody>
      </p:sp>
    </p:spTree>
    <p:extLst>
      <p:ext uri="{BB962C8B-B14F-4D97-AF65-F5344CB8AC3E}">
        <p14:creationId xmlns:p14="http://schemas.microsoft.com/office/powerpoint/2010/main" val="3001872325"/>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5122"/>
                                        </p:tgtEl>
                                        <p:attrNameLst>
                                          <p:attrName>style.visibility</p:attrName>
                                        </p:attrNameLst>
                                      </p:cBhvr>
                                      <p:to>
                                        <p:strVal val="visible"/>
                                      </p:to>
                                    </p:set>
                                    <p:animEffect transition="in" filter="dissolve">
                                      <p:cBhvr>
                                        <p:cTn id="7" dur="500"/>
                                        <p:tgtEl>
                                          <p:spTgt spid="5122"/>
                                        </p:tgtEl>
                                      </p:cBhvr>
                                    </p:animEffect>
                                  </p:childTnLst>
                                </p:cTn>
                              </p:par>
                              <p:par>
                                <p:cTn id="8" presetID="9"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dissolve">
                                      <p:cBhvr>
                                        <p:cTn id="10" dur="500"/>
                                        <p:tgtEl>
                                          <p:spTgt spid="12"/>
                                        </p:tgtEl>
                                      </p:cBhvr>
                                    </p:animEffect>
                                  </p:childTnLst>
                                </p:cTn>
                              </p:par>
                              <p:par>
                                <p:cTn id="11" presetID="9" presetClass="entr" presetSubtype="0" fill="hold" nodeType="withEffect">
                                  <p:stCondLst>
                                    <p:cond delay="0"/>
                                  </p:stCondLst>
                                  <p:childTnLst>
                                    <p:set>
                                      <p:cBhvr>
                                        <p:cTn id="12" dur="1" fill="hold">
                                          <p:stCondLst>
                                            <p:cond delay="0"/>
                                          </p:stCondLst>
                                        </p:cTn>
                                        <p:tgtEl>
                                          <p:spTgt spid="5124"/>
                                        </p:tgtEl>
                                        <p:attrNameLst>
                                          <p:attrName>style.visibility</p:attrName>
                                        </p:attrNameLst>
                                      </p:cBhvr>
                                      <p:to>
                                        <p:strVal val="visible"/>
                                      </p:to>
                                    </p:set>
                                    <p:animEffect transition="in" filter="dissolve">
                                      <p:cBhvr>
                                        <p:cTn id="13" dur="500"/>
                                        <p:tgtEl>
                                          <p:spTgt spid="5124"/>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24"/>
                                        </p:tgtEl>
                                        <p:attrNameLst>
                                          <p:attrName>style.visibility</p:attrName>
                                        </p:attrNameLst>
                                      </p:cBhvr>
                                      <p:to>
                                        <p:strVal val="visible"/>
                                      </p:to>
                                    </p:set>
                                    <p:animEffect transition="in" filter="dissolve">
                                      <p:cBhvr>
                                        <p:cTn id="16" dur="500"/>
                                        <p:tgtEl>
                                          <p:spTgt spid="24"/>
                                        </p:tgtEl>
                                      </p:cBhvr>
                                    </p:animEffect>
                                  </p:childTnLst>
                                </p:cTn>
                              </p:par>
                              <p:par>
                                <p:cTn id="17" presetID="9" presetClass="entr" presetSubtype="0" fill="hold" nodeType="withEffect">
                                  <p:stCondLst>
                                    <p:cond delay="0"/>
                                  </p:stCondLst>
                                  <p:childTnLst>
                                    <p:set>
                                      <p:cBhvr>
                                        <p:cTn id="18" dur="1" fill="hold">
                                          <p:stCondLst>
                                            <p:cond delay="0"/>
                                          </p:stCondLst>
                                        </p:cTn>
                                        <p:tgtEl>
                                          <p:spTgt spid="5126"/>
                                        </p:tgtEl>
                                        <p:attrNameLst>
                                          <p:attrName>style.visibility</p:attrName>
                                        </p:attrNameLst>
                                      </p:cBhvr>
                                      <p:to>
                                        <p:strVal val="visible"/>
                                      </p:to>
                                    </p:set>
                                    <p:animEffect transition="in" filter="dissolve">
                                      <p:cBhvr>
                                        <p:cTn id="19" dur="500"/>
                                        <p:tgtEl>
                                          <p:spTgt spid="5126"/>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animEffect transition="in" filter="dissolve">
                                      <p:cBhvr>
                                        <p:cTn id="22" dur="500"/>
                                        <p:tgtEl>
                                          <p:spTgt spid="25"/>
                                        </p:tgtEl>
                                      </p:cBhvr>
                                    </p:animEffect>
                                  </p:childTnLst>
                                </p:cTn>
                              </p:par>
                              <p:par>
                                <p:cTn id="23" presetID="9" presetClass="entr" presetSubtype="0" fill="hold" nodeType="withEffect">
                                  <p:stCondLst>
                                    <p:cond delay="0"/>
                                  </p:stCondLst>
                                  <p:childTnLst>
                                    <p:set>
                                      <p:cBhvr>
                                        <p:cTn id="24" dur="1" fill="hold">
                                          <p:stCondLst>
                                            <p:cond delay="0"/>
                                          </p:stCondLst>
                                        </p:cTn>
                                        <p:tgtEl>
                                          <p:spTgt spid="5128"/>
                                        </p:tgtEl>
                                        <p:attrNameLst>
                                          <p:attrName>style.visibility</p:attrName>
                                        </p:attrNameLst>
                                      </p:cBhvr>
                                      <p:to>
                                        <p:strVal val="visible"/>
                                      </p:to>
                                    </p:set>
                                    <p:animEffect transition="in" filter="dissolve">
                                      <p:cBhvr>
                                        <p:cTn id="25" dur="500"/>
                                        <p:tgtEl>
                                          <p:spTgt spid="5128"/>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Effect transition="in" filter="dissolve">
                                      <p:cBhvr>
                                        <p:cTn id="28"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4" grpId="0"/>
      <p:bldP spid="25" grpId="0"/>
      <p:bldP spid="2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BBB9DA-84EB-BF4D-FF34-CE9AB2F29708}"/>
            </a:ext>
          </a:extLst>
        </p:cNvPr>
        <p:cNvGrpSpPr/>
        <p:nvPr/>
      </p:nvGrpSpPr>
      <p:grpSpPr>
        <a:xfrm>
          <a:off x="0" y="0"/>
          <a:ext cx="0" cy="0"/>
          <a:chOff x="0" y="0"/>
          <a:chExt cx="0" cy="0"/>
        </a:xfrm>
      </p:grpSpPr>
      <p:sp>
        <p:nvSpPr>
          <p:cNvPr id="10" name="Oval 9">
            <a:extLst>
              <a:ext uri="{FF2B5EF4-FFF2-40B4-BE49-F238E27FC236}">
                <a16:creationId xmlns:a16="http://schemas.microsoft.com/office/drawing/2014/main" id="{52BC54DE-2620-3A48-7C5C-13D1871C6AFE}"/>
              </a:ext>
            </a:extLst>
          </p:cNvPr>
          <p:cNvSpPr/>
          <p:nvPr/>
        </p:nvSpPr>
        <p:spPr>
          <a:xfrm>
            <a:off x="-1450258" y="-4117255"/>
            <a:ext cx="15092516" cy="15092510"/>
          </a:xfrm>
          <a:prstGeom prst="ellipse">
            <a:avLst/>
          </a:prstGeom>
          <a:no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LT" sz="8000" b="1" spc="-150">
              <a:latin typeface="Raleway" panose="020B0503030101060003" pitchFamily="34" charset="77"/>
            </a:endParaRPr>
          </a:p>
        </p:txBody>
      </p:sp>
      <p:pic>
        <p:nvPicPr>
          <p:cNvPr id="7170" name="Picture 2" descr="Set up Amazon VPC Flow Logs monitoring | New Relic Documentation">
            <a:extLst>
              <a:ext uri="{FF2B5EF4-FFF2-40B4-BE49-F238E27FC236}">
                <a16:creationId xmlns:a16="http://schemas.microsoft.com/office/drawing/2014/main" id="{32B8E52A-1810-719B-18CC-83886EF849E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95798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B8A42B65-566C-0A41-B8C2-5032B07BD196}"/>
              </a:ext>
            </a:extLst>
          </p:cNvPr>
          <p:cNvSpPr/>
          <p:nvPr/>
        </p:nvSpPr>
        <p:spPr>
          <a:xfrm>
            <a:off x="2869581" y="202582"/>
            <a:ext cx="6452840" cy="6452838"/>
          </a:xfrm>
          <a:prstGeom prst="ellipse">
            <a:avLst/>
          </a:prstGeom>
          <a:solidFill>
            <a:srgbClr val="12231D">
              <a:alpha val="40000"/>
            </a:srgbClr>
          </a:solid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LT" sz="8000" b="1" i="0" u="none" strike="noStrike" kern="1200" cap="none" spc="-150" normalizeH="0" baseline="0" noProof="0">
              <a:ln>
                <a:noFill/>
              </a:ln>
              <a:solidFill>
                <a:prstClr val="white"/>
              </a:solidFill>
              <a:effectLst/>
              <a:uLnTx/>
              <a:uFillTx/>
              <a:latin typeface="Raleway" panose="020B0503030101060003" pitchFamily="34" charset="77"/>
              <a:ea typeface="+mn-ea"/>
              <a:cs typeface="+mn-cs"/>
            </a:endParaRPr>
          </a:p>
        </p:txBody>
      </p:sp>
      <p:sp>
        <p:nvSpPr>
          <p:cNvPr id="4" name="Rectangle 3">
            <a:extLst>
              <a:ext uri="{FF2B5EF4-FFF2-40B4-BE49-F238E27FC236}">
                <a16:creationId xmlns:a16="http://schemas.microsoft.com/office/drawing/2014/main" id="{D674933B-DF67-D14D-ACC6-194EA400210B}"/>
              </a:ext>
            </a:extLst>
          </p:cNvPr>
          <p:cNvSpPr/>
          <p:nvPr/>
        </p:nvSpPr>
        <p:spPr>
          <a:xfrm>
            <a:off x="2947641" y="3275671"/>
            <a:ext cx="6296718" cy="1938992"/>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6000" b="1" spc="-150" dirty="0">
                <a:solidFill>
                  <a:srgbClr val="FFFFFF"/>
                </a:solidFill>
                <a:effectLst>
                  <a:outerShdw blurRad="419100" sx="102000" sy="102000" algn="ctr" rotWithShape="0">
                    <a:prstClr val="black">
                      <a:alpha val="29000"/>
                    </a:prstClr>
                  </a:outerShdw>
                </a:effectLst>
                <a:latin typeface="Raleway Black" panose="020B0503030101060003" pitchFamily="34" charset="77"/>
              </a:rPr>
              <a:t>DATA LOSS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150" normalizeH="0" baseline="0" noProof="0" dirty="0">
                <a:ln>
                  <a:noFill/>
                </a:ln>
                <a:solidFill>
                  <a:srgbClr val="FFFFFF"/>
                </a:solidFill>
                <a:effectLst>
                  <a:outerShdw blurRad="419100" sx="102000" sy="102000" algn="ctr" rotWithShape="0">
                    <a:prstClr val="black">
                      <a:alpha val="29000"/>
                    </a:prstClr>
                  </a:outerShdw>
                </a:effectLst>
                <a:uLnTx/>
                <a:uFillTx/>
                <a:latin typeface="Raleway Black" panose="020B0503030101060003" pitchFamily="34" charset="77"/>
                <a:ea typeface="+mn-ea"/>
                <a:cs typeface="+mn-cs"/>
              </a:rPr>
              <a:t>PROTECTION</a:t>
            </a:r>
          </a:p>
        </p:txBody>
      </p:sp>
      <p:pic>
        <p:nvPicPr>
          <p:cNvPr id="3" name="Picture 2">
            <a:extLst>
              <a:ext uri="{FF2B5EF4-FFF2-40B4-BE49-F238E27FC236}">
                <a16:creationId xmlns:a16="http://schemas.microsoft.com/office/drawing/2014/main" id="{662CDC77-6B3E-FC1D-C99F-7C82F021D33A}"/>
              </a:ext>
            </a:extLst>
          </p:cNvPr>
          <p:cNvPicPr>
            <a:picLocks noChangeAspect="1"/>
          </p:cNvPicPr>
          <p:nvPr/>
        </p:nvPicPr>
        <p:blipFill>
          <a:blip r:embed="rId2"/>
          <a:stretch>
            <a:fillRect/>
          </a:stretch>
        </p:blipFill>
        <p:spPr>
          <a:xfrm>
            <a:off x="4978400" y="1040471"/>
            <a:ext cx="2235200" cy="2235200"/>
          </a:xfrm>
          <a:prstGeom prst="rect">
            <a:avLst/>
          </a:prstGeom>
        </p:spPr>
      </p:pic>
    </p:spTree>
    <p:extLst>
      <p:ext uri="{BB962C8B-B14F-4D97-AF65-F5344CB8AC3E}">
        <p14:creationId xmlns:p14="http://schemas.microsoft.com/office/powerpoint/2010/main" val="3341998466"/>
      </p:ext>
    </p:extLst>
  </p:cSld>
  <p:clrMapOvr>
    <a:masterClrMapping/>
  </p:clrMapOvr>
  <p:transition spd="slow" advTm="0"/>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orange and gray camping tent near body of water">
            <a:extLst>
              <a:ext uri="{FF2B5EF4-FFF2-40B4-BE49-F238E27FC236}">
                <a16:creationId xmlns:a16="http://schemas.microsoft.com/office/drawing/2014/main" id="{7E6FB2E9-7E21-1A4B-B7D9-51B1351B358F}"/>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40000"/>
                    </a14:imgEffect>
                  </a14:imgLayer>
                </a14:imgProps>
              </a:ex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Oval 1">
            <a:extLst>
              <a:ext uri="{FF2B5EF4-FFF2-40B4-BE49-F238E27FC236}">
                <a16:creationId xmlns:a16="http://schemas.microsoft.com/office/drawing/2014/main" id="{B8A42B65-566C-0A41-B8C2-5032B07BD196}"/>
              </a:ext>
            </a:extLst>
          </p:cNvPr>
          <p:cNvSpPr/>
          <p:nvPr/>
        </p:nvSpPr>
        <p:spPr>
          <a:xfrm>
            <a:off x="-1364972" y="-4031970"/>
            <a:ext cx="14921946" cy="14921942"/>
          </a:xfrm>
          <a:prstGeom prst="ellipse">
            <a:avLst/>
          </a:prstGeom>
          <a:no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LT" sz="8000" b="1" spc="-150">
              <a:latin typeface="Raleway" panose="020B0503030101060003" pitchFamily="34" charset="77"/>
            </a:endParaRPr>
          </a:p>
        </p:txBody>
      </p:sp>
      <p:sp>
        <p:nvSpPr>
          <p:cNvPr id="3" name="Rectangle 2">
            <a:extLst>
              <a:ext uri="{FF2B5EF4-FFF2-40B4-BE49-F238E27FC236}">
                <a16:creationId xmlns:a16="http://schemas.microsoft.com/office/drawing/2014/main" id="{9F0B1497-50DA-8563-05C5-F11F5C64D974}"/>
              </a:ext>
            </a:extLst>
          </p:cNvPr>
          <p:cNvSpPr/>
          <p:nvPr/>
        </p:nvSpPr>
        <p:spPr>
          <a:xfrm>
            <a:off x="1464167" y="143784"/>
            <a:ext cx="9263665" cy="707886"/>
          </a:xfrm>
          <a:prstGeom prst="rect">
            <a:avLst/>
          </a:prstGeom>
        </p:spPr>
        <p:txBody>
          <a:bodyPr wrap="square">
            <a:spAutoFit/>
          </a:bodyPr>
          <a:lstStyle/>
          <a:p>
            <a:pPr algn="ctr"/>
            <a:r>
              <a:rPr lang="en-US" sz="4000" b="1" spc="-150" dirty="0">
                <a:solidFill>
                  <a:schemeClr val="bg1"/>
                </a:solidFill>
                <a:effectLst>
                  <a:outerShdw blurRad="419100" sx="102000" sy="102000" algn="ctr" rotWithShape="0">
                    <a:prstClr val="black">
                      <a:alpha val="29000"/>
                    </a:prstClr>
                  </a:outerShdw>
                </a:effectLst>
                <a:latin typeface="Raleway Black" panose="020B0503030101060003" pitchFamily="34" charset="77"/>
              </a:rPr>
              <a:t>Data  Loss Protection (DLP) Monitor</a:t>
            </a:r>
            <a:endParaRPr lang="en-LT" sz="4000" b="1" spc="-150">
              <a:solidFill>
                <a:schemeClr val="bg1"/>
              </a:solidFill>
              <a:effectLst>
                <a:outerShdw blurRad="419100" sx="102000" sy="102000" algn="ctr" rotWithShape="0">
                  <a:prstClr val="black">
                    <a:alpha val="29000"/>
                  </a:prstClr>
                </a:outerShdw>
              </a:effectLst>
              <a:latin typeface="Raleway Black" panose="020B0503030101060003" pitchFamily="34" charset="77"/>
            </a:endParaRPr>
          </a:p>
        </p:txBody>
      </p:sp>
      <p:sp>
        <p:nvSpPr>
          <p:cNvPr id="4" name="Rectangle 3">
            <a:extLst>
              <a:ext uri="{FF2B5EF4-FFF2-40B4-BE49-F238E27FC236}">
                <a16:creationId xmlns:a16="http://schemas.microsoft.com/office/drawing/2014/main" id="{591AC841-719A-3A9B-E617-2257B141A537}"/>
              </a:ext>
            </a:extLst>
          </p:cNvPr>
          <p:cNvSpPr/>
          <p:nvPr/>
        </p:nvSpPr>
        <p:spPr>
          <a:xfrm>
            <a:off x="166768" y="995454"/>
            <a:ext cx="11754299" cy="5795561"/>
          </a:xfrm>
          <a:prstGeom prst="rect">
            <a:avLst/>
          </a:prstGeom>
        </p:spPr>
        <p:txBody>
          <a:bodyPr wrap="square">
            <a:spAutoFit/>
          </a:bodyPr>
          <a:lstStyle/>
          <a:p>
            <a:pPr marL="457200" indent="-457200">
              <a:lnSpc>
                <a:spcPct val="150000"/>
              </a:lnSpc>
              <a:buFont typeface="Wingdings" pitchFamily="2" charset="2"/>
              <a:buChar char="§"/>
            </a:pPr>
            <a:r>
              <a:rPr lang="en-US" sz="2500" spc="-150" dirty="0">
                <a:solidFill>
                  <a:schemeClr val="bg1"/>
                </a:solidFill>
                <a:effectLst>
                  <a:outerShdw blurRad="419100" sx="102000" sy="102000" algn="ctr" rotWithShape="0">
                    <a:prstClr val="black">
                      <a:alpha val="29000"/>
                    </a:prstClr>
                  </a:outerShdw>
                </a:effectLst>
                <a:latin typeface="Raleway Black" panose="020B0503030101060003" pitchFamily="34" charset="77"/>
              </a:rPr>
              <a:t>Safeguards vital data using capture/replay technology for investigating data loss incidents.  </a:t>
            </a:r>
          </a:p>
          <a:p>
            <a:pPr marL="457200" indent="-457200">
              <a:lnSpc>
                <a:spcPct val="150000"/>
              </a:lnSpc>
              <a:buFont typeface="Wingdings" pitchFamily="2" charset="2"/>
              <a:buChar char="§"/>
            </a:pPr>
            <a:r>
              <a:rPr lang="en-US" sz="2500" spc="-150" dirty="0">
                <a:solidFill>
                  <a:schemeClr val="bg1"/>
                </a:solidFill>
                <a:effectLst>
                  <a:outerShdw blurRad="419100" sx="102000" sy="102000" algn="ctr" rotWithShape="0">
                    <a:prstClr val="black">
                      <a:alpha val="29000"/>
                    </a:prstClr>
                  </a:outerShdw>
                </a:effectLst>
                <a:latin typeface="Raleway Black" panose="020B0503030101060003" pitchFamily="34" charset="77"/>
              </a:rPr>
              <a:t>Alerts relevant parties (senders, recipients, content owners, administrators) to streamline remediation.  </a:t>
            </a:r>
          </a:p>
          <a:p>
            <a:pPr marL="457200" indent="-457200">
              <a:lnSpc>
                <a:spcPct val="150000"/>
              </a:lnSpc>
              <a:buFont typeface="Wingdings" pitchFamily="2" charset="2"/>
              <a:buChar char="§"/>
            </a:pPr>
            <a:r>
              <a:rPr lang="en-US" sz="2500" spc="-150" dirty="0">
                <a:solidFill>
                  <a:schemeClr val="bg1"/>
                </a:solidFill>
                <a:effectLst>
                  <a:outerShdw blurRad="419100" sx="102000" sy="102000" algn="ctr" rotWithShape="0">
                    <a:prstClr val="black">
                      <a:alpha val="29000"/>
                    </a:prstClr>
                  </a:outerShdw>
                </a:effectLst>
                <a:latin typeface="Raleway Black" panose="020B0503030101060003" pitchFamily="34" charset="77"/>
              </a:rPr>
              <a:t>Protects critical information assets (source code, memos, patents, etc.).  </a:t>
            </a:r>
          </a:p>
          <a:p>
            <a:pPr marL="457200" indent="-457200">
              <a:lnSpc>
                <a:spcPct val="150000"/>
              </a:lnSpc>
              <a:buFont typeface="Wingdings" pitchFamily="2" charset="2"/>
              <a:buChar char="§"/>
            </a:pPr>
            <a:r>
              <a:rPr lang="en-US" sz="2500" spc="-150" dirty="0">
                <a:solidFill>
                  <a:schemeClr val="bg1"/>
                </a:solidFill>
                <a:effectLst>
                  <a:outerShdw blurRad="419100" sx="102000" sy="102000" algn="ctr" rotWithShape="0">
                    <a:prstClr val="black">
                      <a:alpha val="29000"/>
                    </a:prstClr>
                  </a:outerShdw>
                </a:effectLst>
                <a:latin typeface="Raleway Black" panose="020B0503030101060003" pitchFamily="34" charset="77"/>
              </a:rPr>
              <a:t>Monitors all ports and protocols to detect sensitive content and unknown threats.  </a:t>
            </a:r>
          </a:p>
          <a:p>
            <a:pPr marL="457200" indent="-457200">
              <a:lnSpc>
                <a:spcPct val="150000"/>
              </a:lnSpc>
              <a:buFont typeface="Wingdings" pitchFamily="2" charset="2"/>
              <a:buChar char="§"/>
            </a:pPr>
            <a:r>
              <a:rPr lang="en-US" sz="2500" spc="-150" dirty="0">
                <a:solidFill>
                  <a:schemeClr val="bg1"/>
                </a:solidFill>
                <a:effectLst>
                  <a:outerShdw blurRad="419100" sx="102000" sy="102000" algn="ctr" rotWithShape="0">
                    <a:prstClr val="black">
                      <a:alpha val="29000"/>
                    </a:prstClr>
                  </a:outerShdw>
                </a:effectLst>
                <a:latin typeface="Raleway Black" panose="020B0503030101060003" pitchFamily="34" charset="77"/>
              </a:rPr>
              <a:t>Analyzes and applies rules to prevent future data leaks. </a:t>
            </a:r>
          </a:p>
          <a:p>
            <a:pPr marL="457200" indent="-457200">
              <a:lnSpc>
                <a:spcPct val="150000"/>
              </a:lnSpc>
              <a:buFont typeface="Wingdings" pitchFamily="2" charset="2"/>
              <a:buChar char="§"/>
            </a:pPr>
            <a:r>
              <a:rPr lang="en-US" sz="2500" spc="-150" dirty="0">
                <a:solidFill>
                  <a:schemeClr val="bg1"/>
                </a:solidFill>
                <a:effectLst>
                  <a:outerShdw blurRad="419100" sx="102000" sy="102000" algn="ctr" rotWithShape="0">
                    <a:prstClr val="black">
                      <a:alpha val="29000"/>
                    </a:prstClr>
                  </a:outerShdw>
                </a:effectLst>
                <a:latin typeface="Raleway Black" panose="020B0503030101060003" pitchFamily="34" charset="77"/>
              </a:rPr>
              <a:t> Provides reports detailing who sent data, where it went, and how it was transmitted.</a:t>
            </a:r>
          </a:p>
        </p:txBody>
      </p:sp>
    </p:spTree>
    <p:extLst>
      <p:ext uri="{BB962C8B-B14F-4D97-AF65-F5344CB8AC3E}">
        <p14:creationId xmlns:p14="http://schemas.microsoft.com/office/powerpoint/2010/main" val="304678769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blinds(horizontal)">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blinds(horizontal)">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blinds(horizontal)">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blinds(horizontal)">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blinds(horizontal)">
                                      <p:cBhvr>
                                        <p:cTn id="32"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B1463-4EA5-2B47-6238-4E635DF5516E}"/>
            </a:ext>
          </a:extLst>
        </p:cNvPr>
        <p:cNvGrpSpPr/>
        <p:nvPr/>
      </p:nvGrpSpPr>
      <p:grpSpPr>
        <a:xfrm>
          <a:off x="0" y="0"/>
          <a:ext cx="0" cy="0"/>
          <a:chOff x="0" y="0"/>
          <a:chExt cx="0" cy="0"/>
        </a:xfrm>
      </p:grpSpPr>
      <p:sp>
        <p:nvSpPr>
          <p:cNvPr id="10" name="Oval 9">
            <a:extLst>
              <a:ext uri="{FF2B5EF4-FFF2-40B4-BE49-F238E27FC236}">
                <a16:creationId xmlns:a16="http://schemas.microsoft.com/office/drawing/2014/main" id="{1FB32ED4-4527-395B-BAC0-ACA61A33209A}"/>
              </a:ext>
            </a:extLst>
          </p:cNvPr>
          <p:cNvSpPr/>
          <p:nvPr/>
        </p:nvSpPr>
        <p:spPr>
          <a:xfrm>
            <a:off x="-1450258" y="-4117255"/>
            <a:ext cx="15092516" cy="15092510"/>
          </a:xfrm>
          <a:prstGeom prst="ellipse">
            <a:avLst/>
          </a:prstGeom>
          <a:no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en-LT" sz="8000" b="1" spc="-150">
              <a:latin typeface="Raleway" panose="020B0503030101060003" pitchFamily="34" charset="77"/>
            </a:endParaRPr>
          </a:p>
        </p:txBody>
      </p:sp>
      <p:pic>
        <p:nvPicPr>
          <p:cNvPr id="9218" name="Picture 2" descr="AWS DLP: S3 Data Discovery (Data Loss Prevention)">
            <a:extLst>
              <a:ext uri="{FF2B5EF4-FFF2-40B4-BE49-F238E27FC236}">
                <a16:creationId xmlns:a16="http://schemas.microsoft.com/office/drawing/2014/main" id="{4A1048C0-58A9-54A1-9F29-84B86E4C39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3611981"/>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B8A42B65-566C-0A41-B8C2-5032B07BD196}"/>
              </a:ext>
            </a:extLst>
          </p:cNvPr>
          <p:cNvSpPr/>
          <p:nvPr/>
        </p:nvSpPr>
        <p:spPr>
          <a:xfrm>
            <a:off x="2869581" y="202582"/>
            <a:ext cx="6452840" cy="6452838"/>
          </a:xfrm>
          <a:prstGeom prst="ellipse">
            <a:avLst/>
          </a:prstGeom>
          <a:solidFill>
            <a:srgbClr val="12231D">
              <a:alpha val="40000"/>
            </a:srgbClr>
          </a:solid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LT" sz="8000" b="1" i="0" u="none" strike="noStrike" kern="1200" cap="none" spc="-150" normalizeH="0" baseline="0" noProof="0">
              <a:ln>
                <a:noFill/>
              </a:ln>
              <a:solidFill>
                <a:prstClr val="white"/>
              </a:solidFill>
              <a:effectLst/>
              <a:uLnTx/>
              <a:uFillTx/>
              <a:latin typeface="Raleway" panose="020B0503030101060003" pitchFamily="34" charset="77"/>
              <a:ea typeface="+mn-ea"/>
              <a:cs typeface="+mn-cs"/>
            </a:endParaRPr>
          </a:p>
        </p:txBody>
      </p:sp>
      <p:sp>
        <p:nvSpPr>
          <p:cNvPr id="4" name="Rectangle 3">
            <a:extLst>
              <a:ext uri="{FF2B5EF4-FFF2-40B4-BE49-F238E27FC236}">
                <a16:creationId xmlns:a16="http://schemas.microsoft.com/office/drawing/2014/main" id="{D674933B-DF67-D14D-ACC6-194EA400210B}"/>
              </a:ext>
            </a:extLst>
          </p:cNvPr>
          <p:cNvSpPr/>
          <p:nvPr/>
        </p:nvSpPr>
        <p:spPr>
          <a:xfrm>
            <a:off x="2165970" y="2105561"/>
            <a:ext cx="7860059" cy="2646878"/>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600" b="1" i="0" u="none" strike="noStrike" kern="1200" cap="none" spc="-150" normalizeH="0" baseline="0" noProof="0" dirty="0">
                <a:ln>
                  <a:noFill/>
                </a:ln>
                <a:solidFill>
                  <a:srgbClr val="FFFFFF"/>
                </a:solidFill>
                <a:effectLst>
                  <a:outerShdw blurRad="419100" sx="102000" sy="102000" algn="ctr" rotWithShape="0">
                    <a:prstClr val="black">
                      <a:alpha val="29000"/>
                    </a:prstClr>
                  </a:outerShdw>
                </a:effectLst>
                <a:uLnTx/>
                <a:uFillTx/>
                <a:latin typeface="Raleway Black" panose="020B0503030101060003" pitchFamily="34" charset="77"/>
                <a:ea typeface="+mn-ea"/>
                <a:cs typeface="+mn-cs"/>
              </a:rPr>
              <a:t>Q&amp;A.</a:t>
            </a:r>
            <a:endParaRPr kumimoji="0" lang="en-LT" sz="16600" b="1" i="0" u="none" strike="noStrike" kern="1200" cap="none" spc="-150" normalizeH="0" baseline="0" noProof="0">
              <a:ln>
                <a:noFill/>
              </a:ln>
              <a:solidFill>
                <a:srgbClr val="FFFFFF"/>
              </a:solidFill>
              <a:effectLst>
                <a:outerShdw blurRad="419100" sx="102000" sy="102000" algn="ctr" rotWithShape="0">
                  <a:prstClr val="black">
                    <a:alpha val="29000"/>
                  </a:prstClr>
                </a:outerShdw>
              </a:effectLst>
              <a:uLnTx/>
              <a:uFillTx/>
              <a:latin typeface="Raleway Black" panose="020B0503030101060003" pitchFamily="34" charset="77"/>
              <a:ea typeface="+mn-ea"/>
              <a:cs typeface="+mn-cs"/>
            </a:endParaRPr>
          </a:p>
        </p:txBody>
      </p:sp>
    </p:spTree>
    <p:extLst>
      <p:ext uri="{BB962C8B-B14F-4D97-AF65-F5344CB8AC3E}">
        <p14:creationId xmlns:p14="http://schemas.microsoft.com/office/powerpoint/2010/main" val="271936434"/>
      </p:ext>
    </p:extLst>
  </p:cSld>
  <p:clrMapOvr>
    <a:masterClrMapping/>
  </p:clrMapOvr>
  <p:transition spd="slow" advTm="0"/>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orange dome tent surrounded by silhouette of trees at blue hour">
            <a:extLst>
              <a:ext uri="{FF2B5EF4-FFF2-40B4-BE49-F238E27FC236}">
                <a16:creationId xmlns:a16="http://schemas.microsoft.com/office/drawing/2014/main" id="{D29F581C-915B-3B4C-9A89-1AA8FB4A24DC}"/>
              </a:ext>
            </a:extLst>
          </p:cNvPr>
          <p:cNvPicPr>
            <a:picLocks noChangeAspect="1" noChangeArrowheads="1"/>
          </p:cNvPicPr>
          <p:nvPr/>
        </p:nvPicPr>
        <p:blipFill rotWithShape="1">
          <a:blip r:embed="rId3">
            <a:extLst>
              <a:ext uri="{BEBA8EAE-BF5A-486C-A8C5-ECC9F3942E4B}">
                <a14:imgProps xmlns:a14="http://schemas.microsoft.com/office/drawing/2010/main">
                  <a14:imgLayer r:embed="rId4">
                    <a14:imgEffect>
                      <a14:brightnessContrast bright="-50000"/>
                    </a14:imgEffect>
                  </a14:imgLayer>
                </a14:imgProps>
              </a:ext>
              <a:ext uri="{28A0092B-C50C-407E-A947-70E740481C1C}">
                <a14:useLocalDpi xmlns:a14="http://schemas.microsoft.com/office/drawing/2010/main"/>
              </a:ext>
            </a:extLst>
          </a:blip>
          <a:src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useBgFill="1">
        <p:nvSpPr>
          <p:cNvPr id="26" name="Graphic 22">
            <a:extLst>
              <a:ext uri="{FF2B5EF4-FFF2-40B4-BE49-F238E27FC236}">
                <a16:creationId xmlns:a16="http://schemas.microsoft.com/office/drawing/2014/main" id="{D41648B8-54FC-9049-AD25-9FC457D2D522}"/>
              </a:ext>
            </a:extLst>
          </p:cNvPr>
          <p:cNvSpPr/>
          <p:nvPr/>
        </p:nvSpPr>
        <p:spPr>
          <a:xfrm rot="20322550">
            <a:off x="2891879" y="-462708"/>
            <a:ext cx="3095840" cy="3106380"/>
          </a:xfrm>
          <a:custGeom>
            <a:avLst/>
            <a:gdLst>
              <a:gd name="connsiteX0" fmla="*/ 1783371 w 4040992"/>
              <a:gd name="connsiteY0" fmla="*/ -70 h 4054751"/>
              <a:gd name="connsiteX1" fmla="*/ 1679638 w 4040992"/>
              <a:gd name="connsiteY1" fmla="*/ 208425 h 4054751"/>
              <a:gd name="connsiteX2" fmla="*/ 1575904 w 4040992"/>
              <a:gd name="connsiteY2" fmla="*/ 416940 h 4054751"/>
              <a:gd name="connsiteX3" fmla="*/ 1474709 w 4040992"/>
              <a:gd name="connsiteY3" fmla="*/ 452102 h 4054751"/>
              <a:gd name="connsiteX4" fmla="*/ 1289215 w 4040992"/>
              <a:gd name="connsiteY4" fmla="*/ 529824 h 4054751"/>
              <a:gd name="connsiteX5" fmla="*/ 1204935 w 4040992"/>
              <a:gd name="connsiteY5" fmla="*/ 572403 h 4054751"/>
              <a:gd name="connsiteX6" fmla="*/ 983258 w 4040992"/>
              <a:gd name="connsiteY6" fmla="*/ 496954 h 4054751"/>
              <a:gd name="connsiteX7" fmla="*/ 761599 w 4040992"/>
              <a:gd name="connsiteY7" fmla="*/ 421486 h 4054751"/>
              <a:gd name="connsiteX8" fmla="*/ 594762 w 4040992"/>
              <a:gd name="connsiteY8" fmla="*/ 589937 h 4054751"/>
              <a:gd name="connsiteX9" fmla="*/ 427944 w 4040992"/>
              <a:gd name="connsiteY9" fmla="*/ 758407 h 4054751"/>
              <a:gd name="connsiteX10" fmla="*/ 498588 w 4040992"/>
              <a:gd name="connsiteY10" fmla="*/ 977841 h 4054751"/>
              <a:gd name="connsiteX11" fmla="*/ 569250 w 4040992"/>
              <a:gd name="connsiteY11" fmla="*/ 1197274 h 4054751"/>
              <a:gd name="connsiteX12" fmla="*/ 526490 w 4040992"/>
              <a:gd name="connsiteY12" fmla="*/ 1287910 h 4054751"/>
              <a:gd name="connsiteX13" fmla="*/ 451455 w 4040992"/>
              <a:gd name="connsiteY13" fmla="*/ 1473951 h 4054751"/>
              <a:gd name="connsiteX14" fmla="*/ 419181 w 4040992"/>
              <a:gd name="connsiteY14" fmla="*/ 1569357 h 4054751"/>
              <a:gd name="connsiteX15" fmla="*/ 209564 w 4040992"/>
              <a:gd name="connsiteY15" fmla="*/ 1676857 h 4054751"/>
              <a:gd name="connsiteX16" fmla="*/ -52 w 4040992"/>
              <a:gd name="connsiteY16" fmla="*/ 1784356 h 4054751"/>
              <a:gd name="connsiteX17" fmla="*/ -52 w 4040992"/>
              <a:gd name="connsiteY17" fmla="*/ 2022666 h 4054751"/>
              <a:gd name="connsiteX18" fmla="*/ -52 w 4040992"/>
              <a:gd name="connsiteY18" fmla="*/ 2260957 h 4054751"/>
              <a:gd name="connsiteX19" fmla="*/ 207267 w 4040992"/>
              <a:gd name="connsiteY19" fmla="*/ 2365289 h 4054751"/>
              <a:gd name="connsiteX20" fmla="*/ 414567 w 4040992"/>
              <a:gd name="connsiteY20" fmla="*/ 2469639 h 4054751"/>
              <a:gd name="connsiteX21" fmla="*/ 449528 w 4040992"/>
              <a:gd name="connsiteY21" fmla="*/ 2571418 h 4054751"/>
              <a:gd name="connsiteX22" fmla="*/ 527157 w 4040992"/>
              <a:gd name="connsiteY22" fmla="*/ 2758634 h 4054751"/>
              <a:gd name="connsiteX23" fmla="*/ 569825 w 4040992"/>
              <a:gd name="connsiteY23" fmla="*/ 2844089 h 4054751"/>
              <a:gd name="connsiteX24" fmla="*/ 502553 w 4040992"/>
              <a:gd name="connsiteY24" fmla="*/ 3055826 h 4054751"/>
              <a:gd name="connsiteX25" fmla="*/ 431909 w 4040992"/>
              <a:gd name="connsiteY25" fmla="*/ 3278055 h 4054751"/>
              <a:gd name="connsiteX26" fmla="*/ 596041 w 4040992"/>
              <a:gd name="connsiteY26" fmla="*/ 3456382 h 4054751"/>
              <a:gd name="connsiteX27" fmla="*/ 763563 w 4040992"/>
              <a:gd name="connsiteY27" fmla="*/ 3624218 h 4054751"/>
              <a:gd name="connsiteX28" fmla="*/ 981739 w 4040992"/>
              <a:gd name="connsiteY28" fmla="*/ 3553204 h 4054751"/>
              <a:gd name="connsiteX29" fmla="*/ 1199915 w 4040992"/>
              <a:gd name="connsiteY29" fmla="*/ 3482190 h 4054751"/>
              <a:gd name="connsiteX30" fmla="*/ 1309002 w 4040992"/>
              <a:gd name="connsiteY30" fmla="*/ 3533675 h 4054751"/>
              <a:gd name="connsiteX31" fmla="*/ 1496775 w 4040992"/>
              <a:gd name="connsiteY31" fmla="*/ 3610951 h 4054751"/>
              <a:gd name="connsiteX32" fmla="*/ 1575441 w 4040992"/>
              <a:gd name="connsiteY32" fmla="*/ 3636740 h 4054751"/>
              <a:gd name="connsiteX33" fmla="*/ 1679415 w 4040992"/>
              <a:gd name="connsiteY33" fmla="*/ 3845702 h 4054751"/>
              <a:gd name="connsiteX34" fmla="*/ 1783371 w 4040992"/>
              <a:gd name="connsiteY34" fmla="*/ 4054682 h 4054751"/>
              <a:gd name="connsiteX35" fmla="*/ 2020444 w 4040992"/>
              <a:gd name="connsiteY35" fmla="*/ 4054682 h 4054751"/>
              <a:gd name="connsiteX36" fmla="*/ 2257518 w 4040992"/>
              <a:gd name="connsiteY36" fmla="*/ 4054682 h 4054751"/>
              <a:gd name="connsiteX37" fmla="*/ 2361251 w 4040992"/>
              <a:gd name="connsiteY37" fmla="*/ 3846167 h 4054751"/>
              <a:gd name="connsiteX38" fmla="*/ 2464985 w 4040992"/>
              <a:gd name="connsiteY38" fmla="*/ 3637654 h 4054751"/>
              <a:gd name="connsiteX39" fmla="*/ 2566180 w 4040992"/>
              <a:gd name="connsiteY39" fmla="*/ 3602491 h 4054751"/>
              <a:gd name="connsiteX40" fmla="*/ 2751674 w 4040992"/>
              <a:gd name="connsiteY40" fmla="*/ 3524769 h 4054751"/>
              <a:gd name="connsiteX41" fmla="*/ 2835954 w 4040992"/>
              <a:gd name="connsiteY41" fmla="*/ 3482190 h 4054751"/>
              <a:gd name="connsiteX42" fmla="*/ 3057965 w 4040992"/>
              <a:gd name="connsiteY42" fmla="*/ 3557769 h 4054751"/>
              <a:gd name="connsiteX43" fmla="*/ 3279994 w 4040992"/>
              <a:gd name="connsiteY43" fmla="*/ 3633349 h 4054751"/>
              <a:gd name="connsiteX44" fmla="*/ 3447183 w 4040992"/>
              <a:gd name="connsiteY44" fmla="*/ 3463537 h 4054751"/>
              <a:gd name="connsiteX45" fmla="*/ 3610018 w 4040992"/>
              <a:gd name="connsiteY45" fmla="*/ 3280645 h 4054751"/>
              <a:gd name="connsiteX46" fmla="*/ 3538336 w 4040992"/>
              <a:gd name="connsiteY46" fmla="*/ 3060671 h 4054751"/>
              <a:gd name="connsiteX47" fmla="*/ 3470990 w 4040992"/>
              <a:gd name="connsiteY47" fmla="*/ 2853778 h 4054751"/>
              <a:gd name="connsiteX48" fmla="*/ 3513695 w 4040992"/>
              <a:gd name="connsiteY48" fmla="*/ 2768249 h 4054751"/>
              <a:gd name="connsiteX49" fmla="*/ 3591361 w 4040992"/>
              <a:gd name="connsiteY49" fmla="*/ 2580958 h 4054751"/>
              <a:gd name="connsiteX50" fmla="*/ 3626322 w 4040992"/>
              <a:gd name="connsiteY50" fmla="*/ 2479180 h 4054751"/>
              <a:gd name="connsiteX51" fmla="*/ 3833622 w 4040992"/>
              <a:gd name="connsiteY51" fmla="*/ 2374829 h 4054751"/>
              <a:gd name="connsiteX52" fmla="*/ 4040941 w 4040992"/>
              <a:gd name="connsiteY52" fmla="*/ 2270498 h 4054751"/>
              <a:gd name="connsiteX53" fmla="*/ 4040941 w 4040992"/>
              <a:gd name="connsiteY53" fmla="*/ 2032076 h 4054751"/>
              <a:gd name="connsiteX54" fmla="*/ 4040941 w 4040992"/>
              <a:gd name="connsiteY54" fmla="*/ 1793636 h 4054751"/>
              <a:gd name="connsiteX55" fmla="*/ 3833622 w 4040992"/>
              <a:gd name="connsiteY55" fmla="*/ 1689304 h 4054751"/>
              <a:gd name="connsiteX56" fmla="*/ 3626322 w 4040992"/>
              <a:gd name="connsiteY56" fmla="*/ 1584954 h 4054751"/>
              <a:gd name="connsiteX57" fmla="*/ 3591361 w 4040992"/>
              <a:gd name="connsiteY57" fmla="*/ 1483194 h 4054751"/>
              <a:gd name="connsiteX58" fmla="*/ 3514066 w 4040992"/>
              <a:gd name="connsiteY58" fmla="*/ 1296630 h 4054751"/>
              <a:gd name="connsiteX59" fmla="*/ 3471732 w 4040992"/>
              <a:gd name="connsiteY59" fmla="*/ 1211846 h 4054751"/>
              <a:gd name="connsiteX60" fmla="*/ 3546766 w 4040992"/>
              <a:gd name="connsiteY60" fmla="*/ 988909 h 4054751"/>
              <a:gd name="connsiteX61" fmla="*/ 3621783 w 4040992"/>
              <a:gd name="connsiteY61" fmla="*/ 765972 h 4054751"/>
              <a:gd name="connsiteX62" fmla="*/ 3449555 w 4040992"/>
              <a:gd name="connsiteY62" fmla="*/ 593683 h 4054751"/>
              <a:gd name="connsiteX63" fmla="*/ 3277326 w 4040992"/>
              <a:gd name="connsiteY63" fmla="*/ 421393 h 4054751"/>
              <a:gd name="connsiteX64" fmla="*/ 3059150 w 4040992"/>
              <a:gd name="connsiteY64" fmla="*/ 496674 h 4054751"/>
              <a:gd name="connsiteX65" fmla="*/ 2840975 w 4040992"/>
              <a:gd name="connsiteY65" fmla="*/ 571956 h 4054751"/>
              <a:gd name="connsiteX66" fmla="*/ 2750859 w 4040992"/>
              <a:gd name="connsiteY66" fmla="*/ 529228 h 4054751"/>
              <a:gd name="connsiteX67" fmla="*/ 2565884 w 4040992"/>
              <a:gd name="connsiteY67" fmla="*/ 454040 h 4054751"/>
              <a:gd name="connsiteX68" fmla="*/ 2471025 w 4040992"/>
              <a:gd name="connsiteY68" fmla="*/ 421561 h 4054751"/>
              <a:gd name="connsiteX69" fmla="*/ 2364142 w 4040992"/>
              <a:gd name="connsiteY69" fmla="*/ 210736 h 4054751"/>
              <a:gd name="connsiteX70" fmla="*/ 2257240 w 4040992"/>
              <a:gd name="connsiteY70" fmla="*/ -70 h 4054751"/>
              <a:gd name="connsiteX71" fmla="*/ 2020315 w 4040992"/>
              <a:gd name="connsiteY71" fmla="*/ -70 h 4054751"/>
              <a:gd name="connsiteX72" fmla="*/ 2020444 w 4040992"/>
              <a:gd name="connsiteY72" fmla="*/ 1321991 h 4054751"/>
              <a:gd name="connsiteX73" fmla="*/ 2329014 w 4040992"/>
              <a:gd name="connsiteY73" fmla="*/ 1388124 h 4054751"/>
              <a:gd name="connsiteX74" fmla="*/ 2709506 w 4040992"/>
              <a:gd name="connsiteY74" fmla="*/ 1850805 h 4054751"/>
              <a:gd name="connsiteX75" fmla="*/ 2709506 w 4040992"/>
              <a:gd name="connsiteY75" fmla="*/ 2213347 h 4054751"/>
              <a:gd name="connsiteX76" fmla="*/ 2205420 w 4040992"/>
              <a:gd name="connsiteY76" fmla="*/ 2723620 h 4054751"/>
              <a:gd name="connsiteX77" fmla="*/ 1873413 w 4040992"/>
              <a:gd name="connsiteY77" fmla="*/ 2732434 h 4054751"/>
              <a:gd name="connsiteX78" fmla="*/ 1517766 w 4040992"/>
              <a:gd name="connsiteY78" fmla="*/ 2537653 h 4054751"/>
              <a:gd name="connsiteX79" fmla="*/ 1580573 w 4040992"/>
              <a:gd name="connsiteY79" fmla="*/ 1470336 h 4054751"/>
              <a:gd name="connsiteX80" fmla="*/ 2020444 w 4040992"/>
              <a:gd name="connsiteY80" fmla="*/ 1321991 h 4054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4040992" h="4054751">
                <a:moveTo>
                  <a:pt x="1783371" y="-70"/>
                </a:moveTo>
                <a:lnTo>
                  <a:pt x="1679638" y="208425"/>
                </a:lnTo>
                <a:lnTo>
                  <a:pt x="1575904" y="416940"/>
                </a:lnTo>
                <a:lnTo>
                  <a:pt x="1474709" y="452102"/>
                </a:lnTo>
                <a:cubicBezTo>
                  <a:pt x="1419053" y="471438"/>
                  <a:pt x="1335577" y="506406"/>
                  <a:pt x="1289215" y="529824"/>
                </a:cubicBezTo>
                <a:lnTo>
                  <a:pt x="1204935" y="572403"/>
                </a:lnTo>
                <a:lnTo>
                  <a:pt x="983258" y="496954"/>
                </a:lnTo>
                <a:lnTo>
                  <a:pt x="761599" y="421486"/>
                </a:lnTo>
                <a:lnTo>
                  <a:pt x="594762" y="589937"/>
                </a:lnTo>
                <a:lnTo>
                  <a:pt x="427944" y="758407"/>
                </a:lnTo>
                <a:lnTo>
                  <a:pt x="498588" y="977841"/>
                </a:lnTo>
                <a:lnTo>
                  <a:pt x="569250" y="1197274"/>
                </a:lnTo>
                <a:lnTo>
                  <a:pt x="526490" y="1287910"/>
                </a:lnTo>
                <a:cubicBezTo>
                  <a:pt x="502973" y="1337760"/>
                  <a:pt x="469208" y="1421478"/>
                  <a:pt x="451455" y="1473951"/>
                </a:cubicBezTo>
                <a:lnTo>
                  <a:pt x="419181" y="1569357"/>
                </a:lnTo>
                <a:lnTo>
                  <a:pt x="209564" y="1676857"/>
                </a:lnTo>
                <a:lnTo>
                  <a:pt x="-52" y="1784356"/>
                </a:lnTo>
                <a:lnTo>
                  <a:pt x="-52" y="2022666"/>
                </a:lnTo>
                <a:lnTo>
                  <a:pt x="-52" y="2260957"/>
                </a:lnTo>
                <a:lnTo>
                  <a:pt x="207267" y="2365289"/>
                </a:lnTo>
                <a:lnTo>
                  <a:pt x="414567" y="2469639"/>
                </a:lnTo>
                <a:lnTo>
                  <a:pt x="449528" y="2571418"/>
                </a:lnTo>
                <a:cubicBezTo>
                  <a:pt x="468753" y="2627394"/>
                  <a:pt x="503688" y="2711635"/>
                  <a:pt x="527157" y="2758634"/>
                </a:cubicBezTo>
                <a:lnTo>
                  <a:pt x="569825" y="2844089"/>
                </a:lnTo>
                <a:lnTo>
                  <a:pt x="502553" y="3055826"/>
                </a:lnTo>
                <a:cubicBezTo>
                  <a:pt x="465557" y="3172286"/>
                  <a:pt x="433777" y="3272286"/>
                  <a:pt x="431909" y="3278055"/>
                </a:cubicBezTo>
                <a:cubicBezTo>
                  <a:pt x="430041" y="3283824"/>
                  <a:pt x="503900" y="3364076"/>
                  <a:pt x="596041" y="3456382"/>
                </a:cubicBezTo>
                <a:lnTo>
                  <a:pt x="763563" y="3624218"/>
                </a:lnTo>
                <a:lnTo>
                  <a:pt x="981739" y="3553204"/>
                </a:lnTo>
                <a:lnTo>
                  <a:pt x="1199915" y="3482190"/>
                </a:lnTo>
                <a:lnTo>
                  <a:pt x="1309002" y="3533675"/>
                </a:lnTo>
                <a:cubicBezTo>
                  <a:pt x="1369001" y="3561993"/>
                  <a:pt x="1453503" y="3596768"/>
                  <a:pt x="1496775" y="3610951"/>
                </a:cubicBezTo>
                <a:lnTo>
                  <a:pt x="1575441" y="3636740"/>
                </a:lnTo>
                <a:lnTo>
                  <a:pt x="1679415" y="3845702"/>
                </a:lnTo>
                <a:lnTo>
                  <a:pt x="1783371" y="4054682"/>
                </a:lnTo>
                <a:lnTo>
                  <a:pt x="2020444" y="4054682"/>
                </a:lnTo>
                <a:lnTo>
                  <a:pt x="2257518" y="4054682"/>
                </a:lnTo>
                <a:lnTo>
                  <a:pt x="2361251" y="3846167"/>
                </a:lnTo>
                <a:lnTo>
                  <a:pt x="2464985" y="3637654"/>
                </a:lnTo>
                <a:lnTo>
                  <a:pt x="2566180" y="3602491"/>
                </a:lnTo>
                <a:cubicBezTo>
                  <a:pt x="2621836" y="3583155"/>
                  <a:pt x="2705313" y="3548187"/>
                  <a:pt x="2751674" y="3524769"/>
                </a:cubicBezTo>
                <a:lnTo>
                  <a:pt x="2835954" y="3482190"/>
                </a:lnTo>
                <a:lnTo>
                  <a:pt x="3057965" y="3557769"/>
                </a:lnTo>
                <a:lnTo>
                  <a:pt x="3279994" y="3633349"/>
                </a:lnTo>
                <a:lnTo>
                  <a:pt x="3447183" y="3463537"/>
                </a:lnTo>
                <a:cubicBezTo>
                  <a:pt x="3544761" y="3364432"/>
                  <a:pt x="3612553" y="3288279"/>
                  <a:pt x="3610018" y="3280645"/>
                </a:cubicBezTo>
                <a:cubicBezTo>
                  <a:pt x="3607630" y="3273452"/>
                  <a:pt x="3575375" y="3174464"/>
                  <a:pt x="3538336" y="3060671"/>
                </a:cubicBezTo>
                <a:lnTo>
                  <a:pt x="3470990" y="2853778"/>
                </a:lnTo>
                <a:lnTo>
                  <a:pt x="3513695" y="2768249"/>
                </a:lnTo>
                <a:cubicBezTo>
                  <a:pt x="3537185" y="2721208"/>
                  <a:pt x="3572136" y="2636935"/>
                  <a:pt x="3591361" y="2580958"/>
                </a:cubicBezTo>
                <a:lnTo>
                  <a:pt x="3626322" y="2479180"/>
                </a:lnTo>
                <a:lnTo>
                  <a:pt x="3833622" y="2374829"/>
                </a:lnTo>
                <a:lnTo>
                  <a:pt x="4040941" y="2270498"/>
                </a:lnTo>
                <a:lnTo>
                  <a:pt x="4040941" y="2032076"/>
                </a:lnTo>
                <a:lnTo>
                  <a:pt x="4040941" y="1793636"/>
                </a:lnTo>
                <a:lnTo>
                  <a:pt x="3833622" y="1689304"/>
                </a:lnTo>
                <a:lnTo>
                  <a:pt x="3626322" y="1584954"/>
                </a:lnTo>
                <a:lnTo>
                  <a:pt x="3591361" y="1483194"/>
                </a:lnTo>
                <a:cubicBezTo>
                  <a:pt x="3572136" y="1427217"/>
                  <a:pt x="3537350" y="1343259"/>
                  <a:pt x="3514066" y="1296630"/>
                </a:cubicBezTo>
                <a:lnTo>
                  <a:pt x="3471732" y="1211846"/>
                </a:lnTo>
                <a:lnTo>
                  <a:pt x="3546766" y="988909"/>
                </a:lnTo>
                <a:lnTo>
                  <a:pt x="3621783" y="765972"/>
                </a:lnTo>
                <a:lnTo>
                  <a:pt x="3449555" y="593683"/>
                </a:lnTo>
                <a:lnTo>
                  <a:pt x="3277326" y="421393"/>
                </a:lnTo>
                <a:lnTo>
                  <a:pt x="3059150" y="496674"/>
                </a:lnTo>
                <a:lnTo>
                  <a:pt x="2840975" y="571956"/>
                </a:lnTo>
                <a:lnTo>
                  <a:pt x="2750859" y="529228"/>
                </a:lnTo>
                <a:cubicBezTo>
                  <a:pt x="2701295" y="505727"/>
                  <a:pt x="2618057" y="471895"/>
                  <a:pt x="2565884" y="454040"/>
                </a:cubicBezTo>
                <a:lnTo>
                  <a:pt x="2471025" y="421561"/>
                </a:lnTo>
                <a:lnTo>
                  <a:pt x="2364142" y="210736"/>
                </a:lnTo>
                <a:lnTo>
                  <a:pt x="2257240" y="-70"/>
                </a:lnTo>
                <a:lnTo>
                  <a:pt x="2020315" y="-70"/>
                </a:lnTo>
                <a:close/>
                <a:moveTo>
                  <a:pt x="2020444" y="1321991"/>
                </a:moveTo>
                <a:cubicBezTo>
                  <a:pt x="2154608" y="1321991"/>
                  <a:pt x="2221015" y="1336224"/>
                  <a:pt x="2329014" y="1388124"/>
                </a:cubicBezTo>
                <a:cubicBezTo>
                  <a:pt x="2512242" y="1476175"/>
                  <a:pt x="2654356" y="1648990"/>
                  <a:pt x="2709506" y="1850805"/>
                </a:cubicBezTo>
                <a:cubicBezTo>
                  <a:pt x="2732927" y="1936513"/>
                  <a:pt x="2732927" y="2127640"/>
                  <a:pt x="2709506" y="2213347"/>
                </a:cubicBezTo>
                <a:cubicBezTo>
                  <a:pt x="2642083" y="2460071"/>
                  <a:pt x="2447166" y="2657383"/>
                  <a:pt x="2205420" y="2723620"/>
                </a:cubicBezTo>
                <a:cubicBezTo>
                  <a:pt x="2122572" y="2746320"/>
                  <a:pt x="1955248" y="2750756"/>
                  <a:pt x="1873413" y="2732434"/>
                </a:cubicBezTo>
                <a:cubicBezTo>
                  <a:pt x="1737461" y="2701995"/>
                  <a:pt x="1613872" y="2634312"/>
                  <a:pt x="1517766" y="2537653"/>
                </a:cubicBezTo>
                <a:cubicBezTo>
                  <a:pt x="1218474" y="2236635"/>
                  <a:pt x="1248390" y="1728257"/>
                  <a:pt x="1580573" y="1470336"/>
                </a:cubicBezTo>
                <a:cubicBezTo>
                  <a:pt x="1716937" y="1364458"/>
                  <a:pt x="1842874" y="1321991"/>
                  <a:pt x="2020444" y="1321991"/>
                </a:cubicBezTo>
                <a:close/>
              </a:path>
            </a:pathLst>
          </a:custGeom>
          <a:ln w="9478" cap="flat">
            <a:noFill/>
            <a:prstDash val="solid"/>
            <a:miter/>
          </a:ln>
        </p:spPr>
        <p:txBody>
          <a:bodyPr rtlCol="0" anchor="ctr"/>
          <a:lstStyle/>
          <a:p>
            <a:endParaRPr lang="en-LT"/>
          </a:p>
        </p:txBody>
      </p:sp>
      <p:sp useBgFill="1">
        <p:nvSpPr>
          <p:cNvPr id="24" name="Graphic 22">
            <a:extLst>
              <a:ext uri="{FF2B5EF4-FFF2-40B4-BE49-F238E27FC236}">
                <a16:creationId xmlns:a16="http://schemas.microsoft.com/office/drawing/2014/main" id="{480C9633-F820-3D45-9499-D282F58F0A66}"/>
              </a:ext>
            </a:extLst>
          </p:cNvPr>
          <p:cNvSpPr/>
          <p:nvPr/>
        </p:nvSpPr>
        <p:spPr>
          <a:xfrm>
            <a:off x="202281" y="616947"/>
            <a:ext cx="3095840" cy="3106380"/>
          </a:xfrm>
          <a:custGeom>
            <a:avLst/>
            <a:gdLst>
              <a:gd name="connsiteX0" fmla="*/ 1783371 w 4040992"/>
              <a:gd name="connsiteY0" fmla="*/ -70 h 4054751"/>
              <a:gd name="connsiteX1" fmla="*/ 1679638 w 4040992"/>
              <a:gd name="connsiteY1" fmla="*/ 208425 h 4054751"/>
              <a:gd name="connsiteX2" fmla="*/ 1575904 w 4040992"/>
              <a:gd name="connsiteY2" fmla="*/ 416940 h 4054751"/>
              <a:gd name="connsiteX3" fmla="*/ 1474709 w 4040992"/>
              <a:gd name="connsiteY3" fmla="*/ 452102 h 4054751"/>
              <a:gd name="connsiteX4" fmla="*/ 1289215 w 4040992"/>
              <a:gd name="connsiteY4" fmla="*/ 529824 h 4054751"/>
              <a:gd name="connsiteX5" fmla="*/ 1204935 w 4040992"/>
              <a:gd name="connsiteY5" fmla="*/ 572403 h 4054751"/>
              <a:gd name="connsiteX6" fmla="*/ 983258 w 4040992"/>
              <a:gd name="connsiteY6" fmla="*/ 496954 h 4054751"/>
              <a:gd name="connsiteX7" fmla="*/ 761599 w 4040992"/>
              <a:gd name="connsiteY7" fmla="*/ 421486 h 4054751"/>
              <a:gd name="connsiteX8" fmla="*/ 594762 w 4040992"/>
              <a:gd name="connsiteY8" fmla="*/ 589937 h 4054751"/>
              <a:gd name="connsiteX9" fmla="*/ 427944 w 4040992"/>
              <a:gd name="connsiteY9" fmla="*/ 758407 h 4054751"/>
              <a:gd name="connsiteX10" fmla="*/ 498588 w 4040992"/>
              <a:gd name="connsiteY10" fmla="*/ 977841 h 4054751"/>
              <a:gd name="connsiteX11" fmla="*/ 569250 w 4040992"/>
              <a:gd name="connsiteY11" fmla="*/ 1197274 h 4054751"/>
              <a:gd name="connsiteX12" fmla="*/ 526490 w 4040992"/>
              <a:gd name="connsiteY12" fmla="*/ 1287910 h 4054751"/>
              <a:gd name="connsiteX13" fmla="*/ 451455 w 4040992"/>
              <a:gd name="connsiteY13" fmla="*/ 1473951 h 4054751"/>
              <a:gd name="connsiteX14" fmla="*/ 419181 w 4040992"/>
              <a:gd name="connsiteY14" fmla="*/ 1569357 h 4054751"/>
              <a:gd name="connsiteX15" fmla="*/ 209564 w 4040992"/>
              <a:gd name="connsiteY15" fmla="*/ 1676857 h 4054751"/>
              <a:gd name="connsiteX16" fmla="*/ -52 w 4040992"/>
              <a:gd name="connsiteY16" fmla="*/ 1784356 h 4054751"/>
              <a:gd name="connsiteX17" fmla="*/ -52 w 4040992"/>
              <a:gd name="connsiteY17" fmla="*/ 2022666 h 4054751"/>
              <a:gd name="connsiteX18" fmla="*/ -52 w 4040992"/>
              <a:gd name="connsiteY18" fmla="*/ 2260957 h 4054751"/>
              <a:gd name="connsiteX19" fmla="*/ 207267 w 4040992"/>
              <a:gd name="connsiteY19" fmla="*/ 2365289 h 4054751"/>
              <a:gd name="connsiteX20" fmla="*/ 414567 w 4040992"/>
              <a:gd name="connsiteY20" fmla="*/ 2469639 h 4054751"/>
              <a:gd name="connsiteX21" fmla="*/ 449528 w 4040992"/>
              <a:gd name="connsiteY21" fmla="*/ 2571418 h 4054751"/>
              <a:gd name="connsiteX22" fmla="*/ 527157 w 4040992"/>
              <a:gd name="connsiteY22" fmla="*/ 2758634 h 4054751"/>
              <a:gd name="connsiteX23" fmla="*/ 569825 w 4040992"/>
              <a:gd name="connsiteY23" fmla="*/ 2844089 h 4054751"/>
              <a:gd name="connsiteX24" fmla="*/ 502553 w 4040992"/>
              <a:gd name="connsiteY24" fmla="*/ 3055826 h 4054751"/>
              <a:gd name="connsiteX25" fmla="*/ 431909 w 4040992"/>
              <a:gd name="connsiteY25" fmla="*/ 3278055 h 4054751"/>
              <a:gd name="connsiteX26" fmla="*/ 596041 w 4040992"/>
              <a:gd name="connsiteY26" fmla="*/ 3456382 h 4054751"/>
              <a:gd name="connsiteX27" fmla="*/ 763563 w 4040992"/>
              <a:gd name="connsiteY27" fmla="*/ 3624218 h 4054751"/>
              <a:gd name="connsiteX28" fmla="*/ 981739 w 4040992"/>
              <a:gd name="connsiteY28" fmla="*/ 3553204 h 4054751"/>
              <a:gd name="connsiteX29" fmla="*/ 1199915 w 4040992"/>
              <a:gd name="connsiteY29" fmla="*/ 3482190 h 4054751"/>
              <a:gd name="connsiteX30" fmla="*/ 1309002 w 4040992"/>
              <a:gd name="connsiteY30" fmla="*/ 3533675 h 4054751"/>
              <a:gd name="connsiteX31" fmla="*/ 1496775 w 4040992"/>
              <a:gd name="connsiteY31" fmla="*/ 3610951 h 4054751"/>
              <a:gd name="connsiteX32" fmla="*/ 1575441 w 4040992"/>
              <a:gd name="connsiteY32" fmla="*/ 3636740 h 4054751"/>
              <a:gd name="connsiteX33" fmla="*/ 1679415 w 4040992"/>
              <a:gd name="connsiteY33" fmla="*/ 3845702 h 4054751"/>
              <a:gd name="connsiteX34" fmla="*/ 1783371 w 4040992"/>
              <a:gd name="connsiteY34" fmla="*/ 4054682 h 4054751"/>
              <a:gd name="connsiteX35" fmla="*/ 2020444 w 4040992"/>
              <a:gd name="connsiteY35" fmla="*/ 4054682 h 4054751"/>
              <a:gd name="connsiteX36" fmla="*/ 2257518 w 4040992"/>
              <a:gd name="connsiteY36" fmla="*/ 4054682 h 4054751"/>
              <a:gd name="connsiteX37" fmla="*/ 2361251 w 4040992"/>
              <a:gd name="connsiteY37" fmla="*/ 3846167 h 4054751"/>
              <a:gd name="connsiteX38" fmla="*/ 2464985 w 4040992"/>
              <a:gd name="connsiteY38" fmla="*/ 3637654 h 4054751"/>
              <a:gd name="connsiteX39" fmla="*/ 2566180 w 4040992"/>
              <a:gd name="connsiteY39" fmla="*/ 3602491 h 4054751"/>
              <a:gd name="connsiteX40" fmla="*/ 2751674 w 4040992"/>
              <a:gd name="connsiteY40" fmla="*/ 3524769 h 4054751"/>
              <a:gd name="connsiteX41" fmla="*/ 2835954 w 4040992"/>
              <a:gd name="connsiteY41" fmla="*/ 3482190 h 4054751"/>
              <a:gd name="connsiteX42" fmla="*/ 3057965 w 4040992"/>
              <a:gd name="connsiteY42" fmla="*/ 3557769 h 4054751"/>
              <a:gd name="connsiteX43" fmla="*/ 3279994 w 4040992"/>
              <a:gd name="connsiteY43" fmla="*/ 3633349 h 4054751"/>
              <a:gd name="connsiteX44" fmla="*/ 3447183 w 4040992"/>
              <a:gd name="connsiteY44" fmla="*/ 3463537 h 4054751"/>
              <a:gd name="connsiteX45" fmla="*/ 3610018 w 4040992"/>
              <a:gd name="connsiteY45" fmla="*/ 3280645 h 4054751"/>
              <a:gd name="connsiteX46" fmla="*/ 3538336 w 4040992"/>
              <a:gd name="connsiteY46" fmla="*/ 3060671 h 4054751"/>
              <a:gd name="connsiteX47" fmla="*/ 3470990 w 4040992"/>
              <a:gd name="connsiteY47" fmla="*/ 2853778 h 4054751"/>
              <a:gd name="connsiteX48" fmla="*/ 3513695 w 4040992"/>
              <a:gd name="connsiteY48" fmla="*/ 2768249 h 4054751"/>
              <a:gd name="connsiteX49" fmla="*/ 3591361 w 4040992"/>
              <a:gd name="connsiteY49" fmla="*/ 2580958 h 4054751"/>
              <a:gd name="connsiteX50" fmla="*/ 3626322 w 4040992"/>
              <a:gd name="connsiteY50" fmla="*/ 2479180 h 4054751"/>
              <a:gd name="connsiteX51" fmla="*/ 3833622 w 4040992"/>
              <a:gd name="connsiteY51" fmla="*/ 2374829 h 4054751"/>
              <a:gd name="connsiteX52" fmla="*/ 4040941 w 4040992"/>
              <a:gd name="connsiteY52" fmla="*/ 2270498 h 4054751"/>
              <a:gd name="connsiteX53" fmla="*/ 4040941 w 4040992"/>
              <a:gd name="connsiteY53" fmla="*/ 2032076 h 4054751"/>
              <a:gd name="connsiteX54" fmla="*/ 4040941 w 4040992"/>
              <a:gd name="connsiteY54" fmla="*/ 1793636 h 4054751"/>
              <a:gd name="connsiteX55" fmla="*/ 3833622 w 4040992"/>
              <a:gd name="connsiteY55" fmla="*/ 1689304 h 4054751"/>
              <a:gd name="connsiteX56" fmla="*/ 3626322 w 4040992"/>
              <a:gd name="connsiteY56" fmla="*/ 1584954 h 4054751"/>
              <a:gd name="connsiteX57" fmla="*/ 3591361 w 4040992"/>
              <a:gd name="connsiteY57" fmla="*/ 1483194 h 4054751"/>
              <a:gd name="connsiteX58" fmla="*/ 3514066 w 4040992"/>
              <a:gd name="connsiteY58" fmla="*/ 1296630 h 4054751"/>
              <a:gd name="connsiteX59" fmla="*/ 3471732 w 4040992"/>
              <a:gd name="connsiteY59" fmla="*/ 1211846 h 4054751"/>
              <a:gd name="connsiteX60" fmla="*/ 3546766 w 4040992"/>
              <a:gd name="connsiteY60" fmla="*/ 988909 h 4054751"/>
              <a:gd name="connsiteX61" fmla="*/ 3621783 w 4040992"/>
              <a:gd name="connsiteY61" fmla="*/ 765972 h 4054751"/>
              <a:gd name="connsiteX62" fmla="*/ 3449555 w 4040992"/>
              <a:gd name="connsiteY62" fmla="*/ 593683 h 4054751"/>
              <a:gd name="connsiteX63" fmla="*/ 3277326 w 4040992"/>
              <a:gd name="connsiteY63" fmla="*/ 421393 h 4054751"/>
              <a:gd name="connsiteX64" fmla="*/ 3059150 w 4040992"/>
              <a:gd name="connsiteY64" fmla="*/ 496674 h 4054751"/>
              <a:gd name="connsiteX65" fmla="*/ 2840975 w 4040992"/>
              <a:gd name="connsiteY65" fmla="*/ 571956 h 4054751"/>
              <a:gd name="connsiteX66" fmla="*/ 2750859 w 4040992"/>
              <a:gd name="connsiteY66" fmla="*/ 529228 h 4054751"/>
              <a:gd name="connsiteX67" fmla="*/ 2565884 w 4040992"/>
              <a:gd name="connsiteY67" fmla="*/ 454040 h 4054751"/>
              <a:gd name="connsiteX68" fmla="*/ 2471025 w 4040992"/>
              <a:gd name="connsiteY68" fmla="*/ 421561 h 4054751"/>
              <a:gd name="connsiteX69" fmla="*/ 2364142 w 4040992"/>
              <a:gd name="connsiteY69" fmla="*/ 210736 h 4054751"/>
              <a:gd name="connsiteX70" fmla="*/ 2257240 w 4040992"/>
              <a:gd name="connsiteY70" fmla="*/ -70 h 4054751"/>
              <a:gd name="connsiteX71" fmla="*/ 2020315 w 4040992"/>
              <a:gd name="connsiteY71" fmla="*/ -70 h 4054751"/>
              <a:gd name="connsiteX72" fmla="*/ 2020444 w 4040992"/>
              <a:gd name="connsiteY72" fmla="*/ 1321991 h 4054751"/>
              <a:gd name="connsiteX73" fmla="*/ 2329014 w 4040992"/>
              <a:gd name="connsiteY73" fmla="*/ 1388124 h 4054751"/>
              <a:gd name="connsiteX74" fmla="*/ 2709506 w 4040992"/>
              <a:gd name="connsiteY74" fmla="*/ 1850805 h 4054751"/>
              <a:gd name="connsiteX75" fmla="*/ 2709506 w 4040992"/>
              <a:gd name="connsiteY75" fmla="*/ 2213347 h 4054751"/>
              <a:gd name="connsiteX76" fmla="*/ 2205420 w 4040992"/>
              <a:gd name="connsiteY76" fmla="*/ 2723620 h 4054751"/>
              <a:gd name="connsiteX77" fmla="*/ 1873413 w 4040992"/>
              <a:gd name="connsiteY77" fmla="*/ 2732434 h 4054751"/>
              <a:gd name="connsiteX78" fmla="*/ 1517766 w 4040992"/>
              <a:gd name="connsiteY78" fmla="*/ 2537653 h 4054751"/>
              <a:gd name="connsiteX79" fmla="*/ 1580573 w 4040992"/>
              <a:gd name="connsiteY79" fmla="*/ 1470336 h 4054751"/>
              <a:gd name="connsiteX80" fmla="*/ 2020444 w 4040992"/>
              <a:gd name="connsiteY80" fmla="*/ 1321991 h 4054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4040992" h="4054751">
                <a:moveTo>
                  <a:pt x="1783371" y="-70"/>
                </a:moveTo>
                <a:lnTo>
                  <a:pt x="1679638" y="208425"/>
                </a:lnTo>
                <a:lnTo>
                  <a:pt x="1575904" y="416940"/>
                </a:lnTo>
                <a:lnTo>
                  <a:pt x="1474709" y="452102"/>
                </a:lnTo>
                <a:cubicBezTo>
                  <a:pt x="1419053" y="471438"/>
                  <a:pt x="1335577" y="506406"/>
                  <a:pt x="1289215" y="529824"/>
                </a:cubicBezTo>
                <a:lnTo>
                  <a:pt x="1204935" y="572403"/>
                </a:lnTo>
                <a:lnTo>
                  <a:pt x="983258" y="496954"/>
                </a:lnTo>
                <a:lnTo>
                  <a:pt x="761599" y="421486"/>
                </a:lnTo>
                <a:lnTo>
                  <a:pt x="594762" y="589937"/>
                </a:lnTo>
                <a:lnTo>
                  <a:pt x="427944" y="758407"/>
                </a:lnTo>
                <a:lnTo>
                  <a:pt x="498588" y="977841"/>
                </a:lnTo>
                <a:lnTo>
                  <a:pt x="569250" y="1197274"/>
                </a:lnTo>
                <a:lnTo>
                  <a:pt x="526490" y="1287910"/>
                </a:lnTo>
                <a:cubicBezTo>
                  <a:pt x="502973" y="1337760"/>
                  <a:pt x="469208" y="1421478"/>
                  <a:pt x="451455" y="1473951"/>
                </a:cubicBezTo>
                <a:lnTo>
                  <a:pt x="419181" y="1569357"/>
                </a:lnTo>
                <a:lnTo>
                  <a:pt x="209564" y="1676857"/>
                </a:lnTo>
                <a:lnTo>
                  <a:pt x="-52" y="1784356"/>
                </a:lnTo>
                <a:lnTo>
                  <a:pt x="-52" y="2022666"/>
                </a:lnTo>
                <a:lnTo>
                  <a:pt x="-52" y="2260957"/>
                </a:lnTo>
                <a:lnTo>
                  <a:pt x="207267" y="2365289"/>
                </a:lnTo>
                <a:lnTo>
                  <a:pt x="414567" y="2469639"/>
                </a:lnTo>
                <a:lnTo>
                  <a:pt x="449528" y="2571418"/>
                </a:lnTo>
                <a:cubicBezTo>
                  <a:pt x="468753" y="2627394"/>
                  <a:pt x="503688" y="2711635"/>
                  <a:pt x="527157" y="2758634"/>
                </a:cubicBezTo>
                <a:lnTo>
                  <a:pt x="569825" y="2844089"/>
                </a:lnTo>
                <a:lnTo>
                  <a:pt x="502553" y="3055826"/>
                </a:lnTo>
                <a:cubicBezTo>
                  <a:pt x="465557" y="3172286"/>
                  <a:pt x="433777" y="3272286"/>
                  <a:pt x="431909" y="3278055"/>
                </a:cubicBezTo>
                <a:cubicBezTo>
                  <a:pt x="430041" y="3283824"/>
                  <a:pt x="503900" y="3364076"/>
                  <a:pt x="596041" y="3456382"/>
                </a:cubicBezTo>
                <a:lnTo>
                  <a:pt x="763563" y="3624218"/>
                </a:lnTo>
                <a:lnTo>
                  <a:pt x="981739" y="3553204"/>
                </a:lnTo>
                <a:lnTo>
                  <a:pt x="1199915" y="3482190"/>
                </a:lnTo>
                <a:lnTo>
                  <a:pt x="1309002" y="3533675"/>
                </a:lnTo>
                <a:cubicBezTo>
                  <a:pt x="1369001" y="3561993"/>
                  <a:pt x="1453503" y="3596768"/>
                  <a:pt x="1496775" y="3610951"/>
                </a:cubicBezTo>
                <a:lnTo>
                  <a:pt x="1575441" y="3636740"/>
                </a:lnTo>
                <a:lnTo>
                  <a:pt x="1679415" y="3845702"/>
                </a:lnTo>
                <a:lnTo>
                  <a:pt x="1783371" y="4054682"/>
                </a:lnTo>
                <a:lnTo>
                  <a:pt x="2020444" y="4054682"/>
                </a:lnTo>
                <a:lnTo>
                  <a:pt x="2257518" y="4054682"/>
                </a:lnTo>
                <a:lnTo>
                  <a:pt x="2361251" y="3846167"/>
                </a:lnTo>
                <a:lnTo>
                  <a:pt x="2464985" y="3637654"/>
                </a:lnTo>
                <a:lnTo>
                  <a:pt x="2566180" y="3602491"/>
                </a:lnTo>
                <a:cubicBezTo>
                  <a:pt x="2621836" y="3583155"/>
                  <a:pt x="2705313" y="3548187"/>
                  <a:pt x="2751674" y="3524769"/>
                </a:cubicBezTo>
                <a:lnTo>
                  <a:pt x="2835954" y="3482190"/>
                </a:lnTo>
                <a:lnTo>
                  <a:pt x="3057965" y="3557769"/>
                </a:lnTo>
                <a:lnTo>
                  <a:pt x="3279994" y="3633349"/>
                </a:lnTo>
                <a:lnTo>
                  <a:pt x="3447183" y="3463537"/>
                </a:lnTo>
                <a:cubicBezTo>
                  <a:pt x="3544761" y="3364432"/>
                  <a:pt x="3612553" y="3288279"/>
                  <a:pt x="3610018" y="3280645"/>
                </a:cubicBezTo>
                <a:cubicBezTo>
                  <a:pt x="3607630" y="3273452"/>
                  <a:pt x="3575375" y="3174464"/>
                  <a:pt x="3538336" y="3060671"/>
                </a:cubicBezTo>
                <a:lnTo>
                  <a:pt x="3470990" y="2853778"/>
                </a:lnTo>
                <a:lnTo>
                  <a:pt x="3513695" y="2768249"/>
                </a:lnTo>
                <a:cubicBezTo>
                  <a:pt x="3537185" y="2721208"/>
                  <a:pt x="3572136" y="2636935"/>
                  <a:pt x="3591361" y="2580958"/>
                </a:cubicBezTo>
                <a:lnTo>
                  <a:pt x="3626322" y="2479180"/>
                </a:lnTo>
                <a:lnTo>
                  <a:pt x="3833622" y="2374829"/>
                </a:lnTo>
                <a:lnTo>
                  <a:pt x="4040941" y="2270498"/>
                </a:lnTo>
                <a:lnTo>
                  <a:pt x="4040941" y="2032076"/>
                </a:lnTo>
                <a:lnTo>
                  <a:pt x="4040941" y="1793636"/>
                </a:lnTo>
                <a:lnTo>
                  <a:pt x="3833622" y="1689304"/>
                </a:lnTo>
                <a:lnTo>
                  <a:pt x="3626322" y="1584954"/>
                </a:lnTo>
                <a:lnTo>
                  <a:pt x="3591361" y="1483194"/>
                </a:lnTo>
                <a:cubicBezTo>
                  <a:pt x="3572136" y="1427217"/>
                  <a:pt x="3537350" y="1343259"/>
                  <a:pt x="3514066" y="1296630"/>
                </a:cubicBezTo>
                <a:lnTo>
                  <a:pt x="3471732" y="1211846"/>
                </a:lnTo>
                <a:lnTo>
                  <a:pt x="3546766" y="988909"/>
                </a:lnTo>
                <a:lnTo>
                  <a:pt x="3621783" y="765972"/>
                </a:lnTo>
                <a:lnTo>
                  <a:pt x="3449555" y="593683"/>
                </a:lnTo>
                <a:lnTo>
                  <a:pt x="3277326" y="421393"/>
                </a:lnTo>
                <a:lnTo>
                  <a:pt x="3059150" y="496674"/>
                </a:lnTo>
                <a:lnTo>
                  <a:pt x="2840975" y="571956"/>
                </a:lnTo>
                <a:lnTo>
                  <a:pt x="2750859" y="529228"/>
                </a:lnTo>
                <a:cubicBezTo>
                  <a:pt x="2701295" y="505727"/>
                  <a:pt x="2618057" y="471895"/>
                  <a:pt x="2565884" y="454040"/>
                </a:cubicBezTo>
                <a:lnTo>
                  <a:pt x="2471025" y="421561"/>
                </a:lnTo>
                <a:lnTo>
                  <a:pt x="2364142" y="210736"/>
                </a:lnTo>
                <a:lnTo>
                  <a:pt x="2257240" y="-70"/>
                </a:lnTo>
                <a:lnTo>
                  <a:pt x="2020315" y="-70"/>
                </a:lnTo>
                <a:close/>
                <a:moveTo>
                  <a:pt x="2020444" y="1321991"/>
                </a:moveTo>
                <a:cubicBezTo>
                  <a:pt x="2154608" y="1321991"/>
                  <a:pt x="2221015" y="1336224"/>
                  <a:pt x="2329014" y="1388124"/>
                </a:cubicBezTo>
                <a:cubicBezTo>
                  <a:pt x="2512242" y="1476175"/>
                  <a:pt x="2654356" y="1648990"/>
                  <a:pt x="2709506" y="1850805"/>
                </a:cubicBezTo>
                <a:cubicBezTo>
                  <a:pt x="2732927" y="1936513"/>
                  <a:pt x="2732927" y="2127640"/>
                  <a:pt x="2709506" y="2213347"/>
                </a:cubicBezTo>
                <a:cubicBezTo>
                  <a:pt x="2642083" y="2460071"/>
                  <a:pt x="2447166" y="2657383"/>
                  <a:pt x="2205420" y="2723620"/>
                </a:cubicBezTo>
                <a:cubicBezTo>
                  <a:pt x="2122572" y="2746320"/>
                  <a:pt x="1955248" y="2750756"/>
                  <a:pt x="1873413" y="2732434"/>
                </a:cubicBezTo>
                <a:cubicBezTo>
                  <a:pt x="1737461" y="2701995"/>
                  <a:pt x="1613872" y="2634312"/>
                  <a:pt x="1517766" y="2537653"/>
                </a:cubicBezTo>
                <a:cubicBezTo>
                  <a:pt x="1218474" y="2236635"/>
                  <a:pt x="1248390" y="1728257"/>
                  <a:pt x="1580573" y="1470336"/>
                </a:cubicBezTo>
                <a:cubicBezTo>
                  <a:pt x="1716937" y="1364458"/>
                  <a:pt x="1842874" y="1321991"/>
                  <a:pt x="2020444" y="1321991"/>
                </a:cubicBezTo>
                <a:close/>
              </a:path>
            </a:pathLst>
          </a:custGeom>
          <a:ln w="9478" cap="flat">
            <a:noFill/>
            <a:prstDash val="solid"/>
            <a:miter/>
          </a:ln>
        </p:spPr>
        <p:txBody>
          <a:bodyPr rtlCol="0" anchor="ctr"/>
          <a:lstStyle/>
          <a:p>
            <a:endParaRPr lang="en-LT"/>
          </a:p>
        </p:txBody>
      </p:sp>
      <p:sp>
        <p:nvSpPr>
          <p:cNvPr id="2" name="Oval 1">
            <a:extLst>
              <a:ext uri="{FF2B5EF4-FFF2-40B4-BE49-F238E27FC236}">
                <a16:creationId xmlns:a16="http://schemas.microsoft.com/office/drawing/2014/main" id="{B8A42B65-566C-0A41-B8C2-5032B07BD196}"/>
              </a:ext>
            </a:extLst>
          </p:cNvPr>
          <p:cNvSpPr/>
          <p:nvPr/>
        </p:nvSpPr>
        <p:spPr>
          <a:xfrm>
            <a:off x="-1364972" y="-4031970"/>
            <a:ext cx="14921946" cy="14921942"/>
          </a:xfrm>
          <a:prstGeom prst="ellipse">
            <a:avLst/>
          </a:prstGeom>
          <a:noFill/>
          <a:ln w="1270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LT" sz="8000" b="1" i="0" u="none" strike="noStrike" kern="1200" cap="none" spc="-150" normalizeH="0" baseline="0" noProof="0">
              <a:ln>
                <a:noFill/>
              </a:ln>
              <a:solidFill>
                <a:prstClr val="white"/>
              </a:solidFill>
              <a:effectLst/>
              <a:uLnTx/>
              <a:uFillTx/>
              <a:latin typeface="Raleway" panose="020B0503030101060003" pitchFamily="34" charset="77"/>
              <a:ea typeface="+mn-ea"/>
              <a:cs typeface="+mn-cs"/>
            </a:endParaRPr>
          </a:p>
        </p:txBody>
      </p:sp>
      <p:sp>
        <p:nvSpPr>
          <p:cNvPr id="6" name="Rectangle 5">
            <a:extLst>
              <a:ext uri="{FF2B5EF4-FFF2-40B4-BE49-F238E27FC236}">
                <a16:creationId xmlns:a16="http://schemas.microsoft.com/office/drawing/2014/main" id="{86BA49A1-C4F8-6543-8240-061A4699B32F}"/>
              </a:ext>
            </a:extLst>
          </p:cNvPr>
          <p:cNvSpPr/>
          <p:nvPr/>
        </p:nvSpPr>
        <p:spPr>
          <a:xfrm>
            <a:off x="2769608" y="3035007"/>
            <a:ext cx="6652783" cy="1446550"/>
          </a:xfrm>
          <a:prstGeom prst="rect">
            <a:avLst/>
          </a:prstGeom>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800" b="1" i="0" u="none" strike="noStrike" kern="1200" cap="none" spc="-150" normalizeH="0" baseline="0" noProof="0" dirty="0">
                <a:ln>
                  <a:noFill/>
                </a:ln>
                <a:solidFill>
                  <a:prstClr val="white"/>
                </a:solidFill>
                <a:effectLst>
                  <a:outerShdw blurRad="419100" sx="102000" sy="102000" algn="ctr" rotWithShape="0">
                    <a:prstClr val="black">
                      <a:alpha val="29000"/>
                    </a:prstClr>
                  </a:outerShdw>
                </a:effectLst>
                <a:uLnTx/>
                <a:uFillTx/>
                <a:latin typeface="Raleway Black" panose="020B0503030101060003" pitchFamily="34" charset="77"/>
                <a:ea typeface="+mn-ea"/>
                <a:cs typeface="+mn-cs"/>
              </a:rPr>
              <a:t>THANK YOU</a:t>
            </a:r>
            <a:endParaRPr kumimoji="0" lang="en-LT" sz="8800" b="1" i="0" u="none" strike="noStrike" kern="1200" cap="none" spc="-150" normalizeH="0" baseline="0" noProof="0">
              <a:ln>
                <a:noFill/>
              </a:ln>
              <a:solidFill>
                <a:prstClr val="white"/>
              </a:solidFill>
              <a:effectLst>
                <a:outerShdw blurRad="419100" sx="102000" sy="102000" algn="ctr" rotWithShape="0">
                  <a:prstClr val="black">
                    <a:alpha val="29000"/>
                  </a:prstClr>
                </a:outerShdw>
              </a:effectLst>
              <a:uLnTx/>
              <a:uFillTx/>
              <a:latin typeface="Raleway Black" panose="020B0503030101060003" pitchFamily="34" charset="77"/>
              <a:ea typeface="+mn-ea"/>
              <a:cs typeface="+mn-cs"/>
            </a:endParaRPr>
          </a:p>
        </p:txBody>
      </p:sp>
      <p:pic>
        <p:nvPicPr>
          <p:cNvPr id="13" name="Graphic 12" descr="Gears with solid fill">
            <a:extLst>
              <a:ext uri="{FF2B5EF4-FFF2-40B4-BE49-F238E27FC236}">
                <a16:creationId xmlns:a16="http://schemas.microsoft.com/office/drawing/2014/main" id="{A756BC14-D990-AE45-A8C6-1B6F0B9533CD}"/>
              </a:ext>
            </a:extLst>
          </p:cNvPr>
          <p:cNvPicPr>
            <a:picLocks noChangeAspect="1"/>
          </p:cNvPicPr>
          <p:nvPr/>
        </p:nvPicPr>
        <p:blipFill>
          <a:blip r:embed="rId5">
            <a:extLst>
              <a:ext uri="{28A0092B-C50C-407E-A947-70E740481C1C}">
                <a14:useLocalDpi xmlns:a14="http://schemas.microsoft.com/office/drawing/2010/main"/>
              </a:ext>
              <a:ext uri="{96DAC541-7B7A-43D3-8B79-37D633B846F1}">
                <asvg:svgBlip xmlns:asvg="http://schemas.microsoft.com/office/drawing/2016/SVG/main" r:embed="rId6"/>
              </a:ext>
            </a:extLst>
          </a:blip>
          <a:stretch>
            <a:fillRect/>
          </a:stretch>
        </p:blipFill>
        <p:spPr>
          <a:xfrm>
            <a:off x="5133277" y="518181"/>
            <a:ext cx="1765962" cy="1765962"/>
          </a:xfrm>
          <a:prstGeom prst="rect">
            <a:avLst/>
          </a:prstGeom>
          <a:effectLst>
            <a:outerShdw blurRad="177800" sx="102000" sy="102000" algn="ctr" rotWithShape="0">
              <a:prstClr val="black">
                <a:alpha val="40000"/>
              </a:prstClr>
            </a:outerShdw>
          </a:effectLst>
        </p:spPr>
      </p:pic>
    </p:spTree>
    <p:extLst>
      <p:ext uri="{BB962C8B-B14F-4D97-AF65-F5344CB8AC3E}">
        <p14:creationId xmlns:p14="http://schemas.microsoft.com/office/powerpoint/2010/main" val="51870337"/>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indefinite" fill="hold" grpId="0" nodeType="withEffect">
                                  <p:stCondLst>
                                    <p:cond delay="0"/>
                                  </p:stCondLst>
                                  <p:childTnLst>
                                    <p:animRot by="21600000">
                                      <p:cBhvr>
                                        <p:cTn id="6" dur="7000" fill="hold"/>
                                        <p:tgtEl>
                                          <p:spTgt spid="24"/>
                                        </p:tgtEl>
                                        <p:attrNameLst>
                                          <p:attrName>r</p:attrName>
                                        </p:attrNameLst>
                                      </p:cBhvr>
                                    </p:animRot>
                                  </p:childTnLst>
                                </p:cTn>
                              </p:par>
                              <p:par>
                                <p:cTn id="7" presetID="8" presetClass="emph" presetSubtype="0" repeatCount="indefinite" fill="hold" grpId="0" nodeType="withEffect">
                                  <p:stCondLst>
                                    <p:cond delay="0"/>
                                  </p:stCondLst>
                                  <p:childTnLst>
                                    <p:animRot by="-21600000">
                                      <p:cBhvr>
                                        <p:cTn id="8" dur="7000" fill="hold"/>
                                        <p:tgtEl>
                                          <p:spTgt spid="2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4" grpId="0" animBg="1"/>
    </p:bldLst>
  </p:timing>
</p:sld>
</file>

<file path=ppt/theme/theme1.xml><?xml version="1.0" encoding="utf-8"?>
<a:theme xmlns:a="http://schemas.openxmlformats.org/drawingml/2006/main" name="Office Theme">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alpha val="55000"/>
          </a:schemeClr>
        </a:solidFill>
        <a:ln w="76200">
          <a:solidFill>
            <a:schemeClr val="bg1"/>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420</Words>
  <Application>Microsoft Macintosh PowerPoint</Application>
  <PresentationFormat>Widescreen</PresentationFormat>
  <Paragraphs>57</Paragraphs>
  <Slides>13</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vt:i4>
      </vt:variant>
    </vt:vector>
  </HeadingPairs>
  <TitlesOfParts>
    <vt:vector size="22" baseType="lpstr">
      <vt:lpstr>Arial</vt:lpstr>
      <vt:lpstr>Montserrat</vt:lpstr>
      <vt:lpstr>Raleway Black</vt:lpstr>
      <vt:lpstr>Raleway</vt:lpstr>
      <vt:lpstr>Calibri</vt:lpstr>
      <vt:lpstr>Wingdings</vt:lpstr>
      <vt:lpstr>Poppins SemiBold</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2023-10-03T06:31:12Z</dcterms:created>
  <dcterms:modified xsi:type="dcterms:W3CDTF">2025-10-17T10:12:26Z</dcterms:modified>
</cp:coreProperties>
</file>