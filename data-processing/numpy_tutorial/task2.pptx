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76"/>
    <p:restoredTop sz="94694"/>
  </p:normalViewPr>
  <p:slideViewPr>
    <p:cSldViewPr snapToGrid="0">
      <p:cViewPr varScale="1">
        <p:scale>
          <a:sx n="65" d="100"/>
          <a:sy n="65" d="100"/>
        </p:scale>
        <p:origin x="240" y="1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893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82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88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04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15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293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679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8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246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76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94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257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8" r:id="rId6"/>
    <p:sldLayoutId id="2147483693" r:id="rId7"/>
    <p:sldLayoutId id="2147483694" r:id="rId8"/>
    <p:sldLayoutId id="2147483695" r:id="rId9"/>
    <p:sldLayoutId id="2147483697" r:id="rId10"/>
    <p:sldLayoutId id="214748369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BF7586-18F1-494D-6039-EF1FCA0C3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en-UZ" dirty="0"/>
              <a:t>TASK 2 by </a:t>
            </a:r>
            <a:br>
              <a:rPr lang="en-UZ" dirty="0"/>
            </a:br>
            <a:r>
              <a:rPr lang="en-UZ" dirty="0"/>
              <a:t>Yusufjon &amp;</a:t>
            </a:r>
            <a:br>
              <a:rPr lang="en-UZ" dirty="0"/>
            </a:br>
            <a:r>
              <a:rPr lang="en-UZ" dirty="0"/>
              <a:t>Lazizbek</a:t>
            </a:r>
            <a:br>
              <a:rPr lang="en-UZ" dirty="0"/>
            </a:br>
            <a:endParaRPr lang="en-U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F3CA5-182C-AB9C-B9CD-F3045D99CB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r>
              <a:rPr lang="en-UZ" dirty="0"/>
              <a:t>202438404 202438418             16.10.2025</a:t>
            </a:r>
          </a:p>
        </p:txBody>
      </p:sp>
      <p:pic>
        <p:nvPicPr>
          <p:cNvPr id="4" name="Picture 3" descr="Colorized light photo effects">
            <a:extLst>
              <a:ext uri="{FF2B5EF4-FFF2-40B4-BE49-F238E27FC236}">
                <a16:creationId xmlns:a16="http://schemas.microsoft.com/office/drawing/2014/main" id="{944D8E53-F6FE-59C1-A593-EAE7040F2A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54" r="36879" b="-1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1094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BD4CB-5B88-2EA7-AD0A-19BF3A1BE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Z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69779-2472-A157-479C-29A050B7D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5. Duplicate Handling and Index Validation Remove duplicate rows or reset index as needed. Ensure unique identifiers exist where required.</a:t>
            </a:r>
            <a:endParaRPr lang="en-UZ" sz="4400" dirty="0"/>
          </a:p>
        </p:txBody>
      </p:sp>
    </p:spTree>
    <p:extLst>
      <p:ext uri="{BB962C8B-B14F-4D97-AF65-F5344CB8AC3E}">
        <p14:creationId xmlns:p14="http://schemas.microsoft.com/office/powerpoint/2010/main" val="1794609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0F1D6-0744-E31E-1EC7-D59D1636F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507" y="1358671"/>
            <a:ext cx="2843711" cy="1493327"/>
          </a:xfrm>
        </p:spPr>
        <p:txBody>
          <a:bodyPr anchor="ctr">
            <a:normAutofit/>
          </a:bodyPr>
          <a:lstStyle/>
          <a:p>
            <a:r>
              <a:rPr lang="en-UZ" sz="3600" dirty="0"/>
              <a:t>Code</a:t>
            </a:r>
          </a:p>
        </p:txBody>
      </p:sp>
      <p:pic>
        <p:nvPicPr>
          <p:cNvPr id="5" name="Content Placeholder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733D5B08-1018-6170-BC04-BA902C23DF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608"/>
          <a:stretch>
            <a:fillRect/>
          </a:stretch>
        </p:blipFill>
        <p:spPr>
          <a:xfrm>
            <a:off x="-1" y="10"/>
            <a:ext cx="8056345" cy="685799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41170" y="1172935"/>
            <a:ext cx="2653318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41170" y="3105667"/>
            <a:ext cx="265331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903B6A7-A4EB-C344-C1BF-8A92C85B5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2509" y="3105667"/>
            <a:ext cx="2843711" cy="31157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code removes duplicate rows with </a:t>
            </a:r>
            <a:r>
              <a:rPr lang="en-US" dirty="0" err="1"/>
              <a:t>np.unique</a:t>
            </a:r>
            <a:r>
              <a:rPr lang="en-US" dirty="0"/>
              <a:t>(axis=0), resets the index using </a:t>
            </a:r>
            <a:r>
              <a:rPr lang="en-US" dirty="0" err="1"/>
              <a:t>np.arange</a:t>
            </a:r>
            <a:r>
              <a:rPr lang="en-US" dirty="0"/>
              <a:t>(), and checks for unique identifiers by comparing the length of IDs with </a:t>
            </a:r>
            <a:r>
              <a:rPr lang="en-US" dirty="0" err="1"/>
              <a:t>np.unique</a:t>
            </a:r>
            <a:r>
              <a:rPr lang="en-US" dirty="0"/>
              <a:t>(ids).</a:t>
            </a:r>
          </a:p>
        </p:txBody>
      </p:sp>
    </p:spTree>
    <p:extLst>
      <p:ext uri="{BB962C8B-B14F-4D97-AF65-F5344CB8AC3E}">
        <p14:creationId xmlns:p14="http://schemas.microsoft.com/office/powerpoint/2010/main" val="3704250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65780-633F-BD79-631D-8370FF850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B214D-30F1-E8A6-BF29-7A3BD7646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507" y="1358671"/>
            <a:ext cx="2843711" cy="1493327"/>
          </a:xfrm>
        </p:spPr>
        <p:txBody>
          <a:bodyPr anchor="ctr">
            <a:normAutofit/>
          </a:bodyPr>
          <a:lstStyle/>
          <a:p>
            <a:r>
              <a:rPr lang="en-UZ" sz="3600" dirty="0"/>
              <a:t>output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81C8C50-D460-7B3A-6A91-679AD5C9E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1427" y="3105667"/>
            <a:ext cx="3564794" cy="311574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Shows the original data.</a:t>
            </a:r>
          </a:p>
          <a:p>
            <a:pPr marL="0" indent="0">
              <a:buNone/>
            </a:pPr>
            <a:r>
              <a:rPr lang="en-US" dirty="0"/>
              <a:t>Prints data after removing duplicate rows.</a:t>
            </a:r>
          </a:p>
          <a:p>
            <a:pPr marL="0" indent="0">
              <a:buNone/>
            </a:pPr>
            <a:r>
              <a:rPr lang="en-US" dirty="0"/>
              <a:t>Displays the reset index (0, 1, 2, …).</a:t>
            </a:r>
          </a:p>
          <a:p>
            <a:pPr marL="0" indent="0">
              <a:buNone/>
            </a:pPr>
            <a:r>
              <a:rPr lang="en-US" dirty="0"/>
              <a:t>Confirms if ID column values are unique (True or False).</a:t>
            </a:r>
          </a:p>
          <a:p>
            <a:pPr marL="0" indent="0">
              <a:buNone/>
            </a:pPr>
            <a:r>
              <a:rPr lang="en-US" dirty="0"/>
              <a:t>Lists the duplicate rows that were removed.</a:t>
            </a:r>
          </a:p>
        </p:txBody>
      </p:sp>
      <p:pic>
        <p:nvPicPr>
          <p:cNvPr id="7" name="Picture 6" descr="A computer screen shot of a black screen&#10;&#10;Description automatically generated">
            <a:extLst>
              <a:ext uri="{FF2B5EF4-FFF2-40B4-BE49-F238E27FC236}">
                <a16:creationId xmlns:a16="http://schemas.microsoft.com/office/drawing/2014/main" id="{4B1DF065-09AD-C33B-BBCC-C280FC70C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101" y="723900"/>
            <a:ext cx="65405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8702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122</Words>
  <Application>Microsoft Macintosh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Calisto MT</vt:lpstr>
      <vt:lpstr>Univers Condensed</vt:lpstr>
      <vt:lpstr>ChronicleVTI</vt:lpstr>
      <vt:lpstr>TASK 2 by  Yusufjon &amp; Lazizbek </vt:lpstr>
      <vt:lpstr>Question</vt:lpstr>
      <vt:lpstr>Code</vt:lpstr>
      <vt:lpstr>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유수프존</dc:creator>
  <cp:lastModifiedBy>유수프존</cp:lastModifiedBy>
  <cp:revision>1</cp:revision>
  <dcterms:created xsi:type="dcterms:W3CDTF">2025-10-16T02:28:58Z</dcterms:created>
  <dcterms:modified xsi:type="dcterms:W3CDTF">2025-10-16T02:44:21Z</dcterms:modified>
</cp:coreProperties>
</file>