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95" d="100"/>
          <a:sy n="95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2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4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8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7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6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9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5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8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3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3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11/6/25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4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cbudgethelper.onrender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sufjonc07/expense_analyzer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83374-3839-4F06-972D-B4C3CF238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A8F00-7085-06FA-E65F-02285AA76F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57" r="4580"/>
          <a:stretch>
            <a:fillRect/>
          </a:stretch>
        </p:blipFill>
        <p:spPr>
          <a:xfrm>
            <a:off x="4285860" y="10"/>
            <a:ext cx="7906139" cy="6857989"/>
          </a:xfrm>
          <a:prstGeom prst="rect">
            <a:avLst/>
          </a:pr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592970" cy="6858000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9A49B-650F-7B31-41E2-F2BAF2FA9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613" y="1122363"/>
            <a:ext cx="3541909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Predictive Expense Analytics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2BEB2-A8D9-A7B9-657F-458BB0D16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613" y="3602038"/>
            <a:ext cx="3541909" cy="2387600"/>
          </a:xfrm>
        </p:spPr>
        <p:txBody>
          <a:bodyPr>
            <a:normAutofit/>
          </a:bodyPr>
          <a:lstStyle/>
          <a:p>
            <a:r>
              <a:rPr lang="en-US" dirty="0" err="1"/>
              <a:t>Yusufjon</a:t>
            </a:r>
            <a:r>
              <a:rPr lang="en-US" dirty="0"/>
              <a:t> </a:t>
            </a:r>
            <a:r>
              <a:rPr lang="en-US" dirty="0" err="1"/>
              <a:t>Akhmedov</a:t>
            </a:r>
            <a:br>
              <a:rPr lang="en-US" dirty="0"/>
            </a:br>
            <a:r>
              <a:rPr lang="en-US" dirty="0"/>
              <a:t>202438404 </a:t>
            </a:r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229984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3732-925D-1434-AFC0-EF31588F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1979"/>
            <a:ext cx="10972800" cy="1325563"/>
          </a:xfrm>
        </p:spPr>
        <p:txBody>
          <a:bodyPr/>
          <a:lstStyle/>
          <a:p>
            <a:r>
              <a:rPr lang="en-UZ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EF26-1A2D-EEE7-06C1-A71E2A29D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86959"/>
            <a:ext cx="10972800" cy="31462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Z" sz="2400" dirty="0"/>
              <a:t>Requirements &amp; Specifications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Z" sz="2400" dirty="0"/>
              <a:t>Technologies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Z" sz="2400" dirty="0"/>
              <a:t>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Z" sz="2400" dirty="0"/>
              <a:t>Grouping &amp; Visualizing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Z" sz="2400" dirty="0"/>
              <a:t>Training Regression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Z" sz="2400" dirty="0"/>
              <a:t>Final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920A6-0DF6-EE12-78AF-E9C79CEB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515" y="1892300"/>
            <a:ext cx="306705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23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7AFBB-DBA5-EB2C-D0D3-E58E70D1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74" y="552782"/>
            <a:ext cx="5149326" cy="1643663"/>
          </a:xfrm>
        </p:spPr>
        <p:txBody>
          <a:bodyPr>
            <a:normAutofit/>
          </a:bodyPr>
          <a:lstStyle/>
          <a:p>
            <a:r>
              <a:rPr lang="en-UZ"/>
              <a:t>Requirements &amp; Specifications</a:t>
            </a:r>
            <a:endParaRPr lang="en-UZ" dirty="0"/>
          </a:p>
        </p:txBody>
      </p:sp>
      <p:pic>
        <p:nvPicPr>
          <p:cNvPr id="2052" name="Picture 4" descr="Requirement text Cut Out Stock Images &amp; Pictures - Page 2 - Alamy">
            <a:extLst>
              <a:ext uri="{FF2B5EF4-FFF2-40B4-BE49-F238E27FC236}">
                <a16:creationId xmlns:a16="http://schemas.microsoft.com/office/drawing/2014/main" id="{788D4803-8D48-B4C5-DA3B-65AFA6751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9" r="2" b="11366"/>
          <a:stretch>
            <a:fillRect/>
          </a:stretch>
        </p:blipFill>
        <p:spPr bwMode="auto"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02A4C-0A94-56D5-D64B-8F75968A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074" y="2735229"/>
            <a:ext cx="5149326" cy="310835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Design a budget management app that analyzes user spending and predicts future expenses.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Clean mislabeled categories and missing expense values.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Group transactions by category and visualize monthly trends.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Build a simple regression model for next-month expense prediction.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Visualization: Category-wise bar chart and forecast line graph.</a:t>
            </a:r>
            <a:endParaRPr lang="en-UZ" sz="1600" dirty="0"/>
          </a:p>
        </p:txBody>
      </p:sp>
    </p:spTree>
    <p:extLst>
      <p:ext uri="{BB962C8B-B14F-4D97-AF65-F5344CB8AC3E}">
        <p14:creationId xmlns:p14="http://schemas.microsoft.com/office/powerpoint/2010/main" val="174599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8E444AE3-2F37-B4AA-FE9A-4616894BE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65795"/>
            <a:ext cx="4824998" cy="160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B817B4B8-5E01-4B44-BC25-876D56C12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pandas (software) - Wikipedia">
            <a:extLst>
              <a:ext uri="{FF2B5EF4-FFF2-40B4-BE49-F238E27FC236}">
                <a16:creationId xmlns:a16="http://schemas.microsoft.com/office/drawing/2014/main" id="{1F0DB20E-27F8-A93A-5039-6A3A1D9CD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3536" y="778682"/>
            <a:ext cx="4824995" cy="195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D683D1A4-93E5-4A4D-B103-8223A220E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B0E8ABF4-C289-489E-BEFB-3077F9D9C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7989CFA0-35DD-4943-B365-488C66B9B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3609790" y="3197412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688AD040-1A2B-4FB4-A345-7B9F3E5ED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994133"/>
            <a:ext cx="3602736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823B704A-724B-41D6-8F33-76939E72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AC575C6D-4630-CC60-0341-D857484B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6833" y="4315866"/>
            <a:ext cx="1947475" cy="194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cikit-learn - Wikipedia">
            <a:extLst>
              <a:ext uri="{FF2B5EF4-FFF2-40B4-BE49-F238E27FC236}">
                <a16:creationId xmlns:a16="http://schemas.microsoft.com/office/drawing/2014/main" id="{79FA5A7D-1AC7-4EBC-68BB-5C3DA56DD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80330" y="3757013"/>
            <a:ext cx="4173070" cy="225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treamlit: Build a Web App in minutes - Flowygo">
            <a:extLst>
              <a:ext uri="{FF2B5EF4-FFF2-40B4-BE49-F238E27FC236}">
                <a16:creationId xmlns:a16="http://schemas.microsoft.com/office/drawing/2014/main" id="{04023BAD-1FFA-3B01-3582-07730552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74064" y="4485479"/>
            <a:ext cx="2674468" cy="156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65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3CD4-1911-8811-B149-E78A73BD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2480"/>
            <a:ext cx="10972800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Data Cleaning</a:t>
            </a:r>
            <a:br>
              <a:rPr lang="en-US" sz="4400" dirty="0"/>
            </a:b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Cleaning mislabeled categories and missing expense values</a:t>
            </a:r>
            <a:endParaRPr lang="en-UZ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Content Placeholder 8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17C3E201-E294-BC2D-7020-9D6B332E1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650" y="4631523"/>
            <a:ext cx="9664700" cy="1752600"/>
          </a:xfrm>
        </p:spPr>
      </p:pic>
      <p:pic>
        <p:nvPicPr>
          <p:cNvPr id="11" name="Picture 10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8606EB17-B744-DC34-9961-010BA8C9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75" y="1676401"/>
            <a:ext cx="5590634" cy="2716634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A2511162-CFC2-01C4-4DC2-1D5E32605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16531"/>
            <a:ext cx="5992318" cy="271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1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C2D4-5970-5F57-AFD3-878F963F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29" y="-34305"/>
            <a:ext cx="10972800" cy="939918"/>
          </a:xfrm>
        </p:spPr>
        <p:txBody>
          <a:bodyPr>
            <a:normAutofit/>
          </a:bodyPr>
          <a:lstStyle/>
          <a:p>
            <a:r>
              <a:rPr lang="en-UZ" sz="4400" dirty="0"/>
              <a:t>Grouping &amp; Visualizing Trends</a:t>
            </a:r>
            <a:endParaRPr lang="en-UZ" dirty="0"/>
          </a:p>
        </p:txBody>
      </p:sp>
      <p:pic>
        <p:nvPicPr>
          <p:cNvPr id="5" name="Content Placeholder 4" descr="A black background with colorful text&#10;&#10;Description automatically generated">
            <a:extLst>
              <a:ext uri="{FF2B5EF4-FFF2-40B4-BE49-F238E27FC236}">
                <a16:creationId xmlns:a16="http://schemas.microsoft.com/office/drawing/2014/main" id="{18D967F8-EC62-09C4-3F33-CFF010724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486" y="994316"/>
            <a:ext cx="6821714" cy="1045513"/>
          </a:xfrm>
        </p:spPr>
      </p:pic>
      <p:pic>
        <p:nvPicPr>
          <p:cNvPr id="9" name="Picture 8" descr="A graph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41D5D28C-95EE-FB8F-0B0E-F689F1C85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114" y="905613"/>
            <a:ext cx="4470400" cy="2857500"/>
          </a:xfrm>
          <a:prstGeom prst="rect">
            <a:avLst/>
          </a:prstGeom>
        </p:spPr>
      </p:pic>
      <p:pic>
        <p:nvPicPr>
          <p:cNvPr id="11" name="Picture 10" descr="A pie chart with numbers and a black background&#10;&#10;Description automatically generated">
            <a:extLst>
              <a:ext uri="{FF2B5EF4-FFF2-40B4-BE49-F238E27FC236}">
                <a16:creationId xmlns:a16="http://schemas.microsoft.com/office/drawing/2014/main" id="{298947B9-32E1-85DD-2ACA-F9916F61B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429" y="3854277"/>
            <a:ext cx="4470400" cy="2857500"/>
          </a:xfrm>
          <a:prstGeom prst="rect">
            <a:avLst/>
          </a:prstGeom>
        </p:spPr>
      </p:pic>
      <p:pic>
        <p:nvPicPr>
          <p:cNvPr id="13" name="Picture 1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2A627A1-162B-055F-8626-AF8B34C91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29" y="2112941"/>
            <a:ext cx="5609771" cy="46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666B8C47-5E9E-5B9C-7F30-FC5615D61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353486" cy="6858000"/>
          </a:xfrm>
        </p:spPr>
      </p:pic>
      <p:sp>
        <p:nvSpPr>
          <p:cNvPr id="9" name="Frame 8">
            <a:extLst>
              <a:ext uri="{FF2B5EF4-FFF2-40B4-BE49-F238E27FC236}">
                <a16:creationId xmlns:a16="http://schemas.microsoft.com/office/drawing/2014/main" id="{15340ECF-BF78-C379-337B-47D0EB510F0C}"/>
              </a:ext>
            </a:extLst>
          </p:cNvPr>
          <p:cNvSpPr/>
          <p:nvPr/>
        </p:nvSpPr>
        <p:spPr>
          <a:xfrm>
            <a:off x="-54425" y="-243368"/>
            <a:ext cx="8613634" cy="2082801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C35EC1E3-6F21-6767-C173-66E610F8A05B}"/>
              </a:ext>
            </a:extLst>
          </p:cNvPr>
          <p:cNvSpPr/>
          <p:nvPr/>
        </p:nvSpPr>
        <p:spPr>
          <a:xfrm>
            <a:off x="-54425" y="1224516"/>
            <a:ext cx="8613634" cy="1529318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5FA693C0-8573-1582-9777-130DE3EE7B5B}"/>
              </a:ext>
            </a:extLst>
          </p:cNvPr>
          <p:cNvSpPr/>
          <p:nvPr/>
        </p:nvSpPr>
        <p:spPr>
          <a:xfrm>
            <a:off x="48437" y="2299290"/>
            <a:ext cx="8613634" cy="1529318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3ABD82BD-D9C7-1EBA-1040-E6940D952104}"/>
              </a:ext>
            </a:extLst>
          </p:cNvPr>
          <p:cNvSpPr/>
          <p:nvPr/>
        </p:nvSpPr>
        <p:spPr>
          <a:xfrm>
            <a:off x="0" y="3523805"/>
            <a:ext cx="8613634" cy="3918985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C415E-B7E6-A9B9-FC78-CC20B6C4F055}"/>
              </a:ext>
            </a:extLst>
          </p:cNvPr>
          <p:cNvSpPr txBox="1"/>
          <p:nvPr/>
        </p:nvSpPr>
        <p:spPr>
          <a:xfrm>
            <a:off x="8780928" y="215153"/>
            <a:ext cx="34110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b="1" dirty="0"/>
              <a:t>Group by columns and summing Amount to calculate monthly expense</a:t>
            </a:r>
            <a:br>
              <a:rPr lang="en-UZ" b="1" dirty="0"/>
            </a:br>
            <a:br>
              <a:rPr lang="en-UZ" b="1" dirty="0"/>
            </a:br>
            <a:r>
              <a:rPr lang="en-UZ" b="1" dirty="0"/>
              <a:t>Train regression model using skit-learn.LinearRegression model</a:t>
            </a:r>
            <a:br>
              <a:rPr lang="en-UZ" b="1" dirty="0"/>
            </a:br>
            <a:br>
              <a:rPr lang="en-UZ" b="1" dirty="0"/>
            </a:br>
            <a:br>
              <a:rPr lang="en-UZ" b="1" dirty="0"/>
            </a:br>
            <a:r>
              <a:rPr lang="en-UZ" b="1" dirty="0"/>
              <a:t>Predicting Next month expense</a:t>
            </a:r>
            <a:br>
              <a:rPr lang="en-UZ" b="1" dirty="0"/>
            </a:br>
            <a:br>
              <a:rPr lang="en-UZ" b="1" dirty="0"/>
            </a:br>
            <a:br>
              <a:rPr lang="en-UZ" b="1" dirty="0"/>
            </a:br>
            <a:br>
              <a:rPr lang="en-UZ" b="1" dirty="0"/>
            </a:br>
            <a:br>
              <a:rPr lang="en-UZ" b="1" dirty="0"/>
            </a:br>
            <a:endParaRPr lang="en-UZ" b="1" dirty="0"/>
          </a:p>
          <a:p>
            <a:r>
              <a:rPr lang="en-UZ" b="1" dirty="0"/>
              <a:t>Visualizing predicted amount with all months in a line graph</a:t>
            </a:r>
          </a:p>
        </p:txBody>
      </p:sp>
    </p:spTree>
    <p:extLst>
      <p:ext uri="{BB962C8B-B14F-4D97-AF65-F5344CB8AC3E}">
        <p14:creationId xmlns:p14="http://schemas.microsoft.com/office/powerpoint/2010/main" val="397059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xit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2148-C2E0-31E5-7308-9D8BE883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788"/>
            <a:ext cx="10972800" cy="783197"/>
          </a:xfrm>
        </p:spPr>
        <p:txBody>
          <a:bodyPr/>
          <a:lstStyle/>
          <a:p>
            <a:r>
              <a:rPr lang="en-UZ" dirty="0"/>
              <a:t>Final Output</a:t>
            </a:r>
          </a:p>
        </p:txBody>
      </p:sp>
      <p:pic>
        <p:nvPicPr>
          <p:cNvPr id="5" name="Content Placeholder 4" descr="A graph on a black background&#10;&#10;Description automatically generated">
            <a:extLst>
              <a:ext uri="{FF2B5EF4-FFF2-40B4-BE49-F238E27FC236}">
                <a16:creationId xmlns:a16="http://schemas.microsoft.com/office/drawing/2014/main" id="{7DF9F790-4570-6648-9320-86D56CA36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003955"/>
            <a:ext cx="9341224" cy="5562932"/>
          </a:xfrm>
        </p:spPr>
      </p:pic>
    </p:spTree>
    <p:extLst>
      <p:ext uri="{BB962C8B-B14F-4D97-AF65-F5344CB8AC3E}">
        <p14:creationId xmlns:p14="http://schemas.microsoft.com/office/powerpoint/2010/main" val="373223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7B69-460F-6FC1-04B2-E4FDF55EF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631"/>
            <a:ext cx="10972800" cy="1325563"/>
          </a:xfrm>
        </p:spPr>
        <p:txBody>
          <a:bodyPr/>
          <a:lstStyle/>
          <a:p>
            <a:r>
              <a:rPr lang="en-UZ" dirty="0"/>
              <a:t>Application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A332A7-7F8E-F6EB-403A-B5F49FE5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92045"/>
            <a:ext cx="4199477" cy="4208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517C34-684C-0070-2B25-4E9745BB38D2}"/>
              </a:ext>
            </a:extLst>
          </p:cNvPr>
          <p:cNvSpPr txBox="1"/>
          <p:nvPr/>
        </p:nvSpPr>
        <p:spPr>
          <a:xfrm>
            <a:off x="5281333" y="3569775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dirty="0">
                <a:hlinkClick r:id="rId3"/>
              </a:rPr>
              <a:t>https://gcbudgethelper.onrender.com/</a:t>
            </a:r>
            <a:endParaRPr lang="en-U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A4D8C-227B-93CF-19BC-A20866DA79BD}"/>
              </a:ext>
            </a:extLst>
          </p:cNvPr>
          <p:cNvSpPr txBox="1"/>
          <p:nvPr/>
        </p:nvSpPr>
        <p:spPr>
          <a:xfrm>
            <a:off x="5281333" y="4664657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dirty="0">
                <a:hlinkClick r:id="rId4"/>
              </a:rPr>
              <a:t>https://github.com/yusufjonc07/expense_analyzer.git</a:t>
            </a:r>
            <a:endParaRPr lang="en-UZ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4F836-3710-2FC4-3BA2-93C1220EDE26}"/>
              </a:ext>
            </a:extLst>
          </p:cNvPr>
          <p:cNvSpPr txBox="1"/>
          <p:nvPr/>
        </p:nvSpPr>
        <p:spPr>
          <a:xfrm>
            <a:off x="5281333" y="2844225"/>
            <a:ext cx="35936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sz="3200" b="1" dirty="0"/>
              <a:t>Website Running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2349A-5A30-1BA3-8D42-B86D03599385}"/>
              </a:ext>
            </a:extLst>
          </p:cNvPr>
          <p:cNvSpPr txBox="1"/>
          <p:nvPr/>
        </p:nvSpPr>
        <p:spPr>
          <a:xfrm>
            <a:off x="5281333" y="4079882"/>
            <a:ext cx="45147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sz="3200" b="1" dirty="0"/>
              <a:t>Source Code (GitHub)</a:t>
            </a:r>
          </a:p>
        </p:txBody>
      </p:sp>
    </p:spTree>
    <p:extLst>
      <p:ext uri="{BB962C8B-B14F-4D97-AF65-F5344CB8AC3E}">
        <p14:creationId xmlns:p14="http://schemas.microsoft.com/office/powerpoint/2010/main" val="89612538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166</Words>
  <Application>Microsoft Macintosh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Posterama</vt:lpstr>
      <vt:lpstr>SplashVTI</vt:lpstr>
      <vt:lpstr>Predictive Expense Analytics</vt:lpstr>
      <vt:lpstr>Overview</vt:lpstr>
      <vt:lpstr>Requirements &amp; Specifications</vt:lpstr>
      <vt:lpstr>PowerPoint Presentation</vt:lpstr>
      <vt:lpstr>Data Cleaning Cleaning mislabeled categories and missing expense values</vt:lpstr>
      <vt:lpstr>Grouping &amp; Visualizing Trends</vt:lpstr>
      <vt:lpstr>PowerPoint Presentation</vt:lpstr>
      <vt:lpstr>Final Output</vt:lpstr>
      <vt:lpstr>Application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유수프존</dc:creator>
  <cp:lastModifiedBy>유수프존</cp:lastModifiedBy>
  <cp:revision>1</cp:revision>
  <dcterms:created xsi:type="dcterms:W3CDTF">2025-11-05T15:19:45Z</dcterms:created>
  <dcterms:modified xsi:type="dcterms:W3CDTF">2025-11-05T16:39:48Z</dcterms:modified>
</cp:coreProperties>
</file>