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media/image13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1"/>
  </p:handoutMasterIdLst>
  <p:sldIdLst>
    <p:sldId id="324" r:id="rId3"/>
    <p:sldId id="325" r:id="rId4"/>
    <p:sldId id="363" r:id="rId6"/>
    <p:sldId id="364" r:id="rId7"/>
    <p:sldId id="365" r:id="rId8"/>
    <p:sldId id="295" r:id="rId9"/>
    <p:sldId id="334" r:id="rId10"/>
    <p:sldId id="358" r:id="rId11"/>
    <p:sldId id="336" r:id="rId12"/>
    <p:sldId id="369" r:id="rId13"/>
    <p:sldId id="367" r:id="rId14"/>
    <p:sldId id="368" r:id="rId15"/>
    <p:sldId id="370" r:id="rId16"/>
    <p:sldId id="371" r:id="rId17"/>
    <p:sldId id="372" r:id="rId18"/>
    <p:sldId id="338" r:id="rId19"/>
    <p:sldId id="362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4546A"/>
    <a:srgbClr val="231D19"/>
    <a:srgbClr val="C09B6E"/>
    <a:srgbClr val="8A6C50"/>
    <a:srgbClr val="D28767"/>
    <a:srgbClr val="01B89A"/>
    <a:srgbClr val="007459"/>
    <a:srgbClr val="C7D3CD"/>
    <a:srgbClr val="7D72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9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2772" y="1302"/>
      </p:cViewPr>
      <p:guideLst>
        <p:guide pos="3840"/>
        <p:guide orient="horz" pos="21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</a:fld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</a:fld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39:13"/>
    </inkml:context>
    <inkml:brush xml:id="br0">
      <inkml:brushProperty name="width" value="0.37042" units="cm"/>
      <inkml:brushProperty name="height" value="0.37042" units="cm"/>
      <inkml:brushProperty name="color" value="#44546a"/>
      <inkml:brushProperty name="fitToCurve" value="1"/>
    </inkml:brush>
  </inkml:definitions>
  <inkml:trace contextRef="#ctx0" brushRef="#br0">22.000 4283.000 68,'-13.000'-3.000'27,"-2.000"3.000"-22,15.000 0.000 17,-5.000 0.000-2,5.000 0.000 0,-4.000 0.000-7,-2.000 0.000-4,6.000 0.000 3,-3.000 0.000 2,3.000 0.000-2,0.000 0.000 7,0.000 0.000-3,0.000 0.000 2,0.000 0.000 0,0.000 0.000 1,0.000 0.000 6,0.000 0.000-5,0.000 0.000-3,0.000 0.000 1,0.000 0.000-1,0.000 0.000 11,0.000 0.000-7,0.000 0.000-3,0.000 0.000 13,0.000 0.000-19,0.000 0.000 12,0.000 0.000 1,0.000 0.000-9,9.000 0.000 7,-5.000 0.000-8,5.000 0.000-2,15.000 0.000 8,-4.000 0.000-8,9.000 0.000 16,9.000 0.000-4,-14.000 0.000-12,-11.000 0.000 6,12.000 0.000-10,-16.000 0.000 7,14.000 0.000 7,2.000 0.000-23,-1.000 0.000 11,-6.000 0.000 5,11.000 0.000-12,-8.000 0.000 5,-9.000 0.000-1,17.000 0.000-1,-1.000 0.000 17,6.000 0.000-22,0.000-5.000 6,-6.000-3.000 4,6.000-1.000-8,10.000-4.000 10,-3.000 2.000-9,-2.000-1.000 1,5.000 2.000 12,2.000-5.000-12,32.000-5.000-4,25.000-15.000 14,84.000-26.000-10,101.000-33.000 9,108.000-26.000 12,128.000-30.000-27,106.000-23.000 0,163.000-20.000 0,143.000-25.000 0,172.000-29.000 0,180.000-25.000 0,159.000-11.000 0,147.000-27.000 0,190.000-25.000 0,179.000-17.000 0,172.000-23.000-90,165.000 18.000-150,96.000 30.000-126,25.000 52.000 142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42:16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2519.000 1091.000 112,'-5.000'0.000'6,"-6.000"0.000"1,11.000 0.000 15,0.000 0.000 2,0.000 0.000-13,0.000 0.000-5,0.000 0.000-1,0.000 0.000 5,0.000-9.000-1,0.000 1.000 0,0.000 2.000 1,0.000 0.000-3,0.000 0.000 4,0.000-2.000-3,4.000-1.000-3,3.000-3.000 1,-4.000 1.000-1,5.000-3.000-5,6.000-9.000 3,-8.000 5.000-3,16.000-5.000 5,-8.000 4.000-5,2.000-5.000 2,2.000-1.000 3,-3.000-7.000-3,18.000-1.000 3,-8.000 2.000 1,-3.000 3.000-5,-2.000 5.000 4,2.000 2.000-3,-6.000 4.000 0,4.000-3.000 4,-2.000-3.000-5,5.000-4.000 4,-4.000 5.000 0,6.000-1.000-3,-3.000 6.000 2,9.000-4.000-3,-4.000-1.000 0,-1.000-3.000 7,6.000 0.000-3,-4.000 0.000-4,6.000 8.000 4,-7.000 0.000-3,6.000-3.000 5,-8.000-4.000-3,8.000-1.000-2,0.000-2.000 7,6.000-2.000-6,2.000 4.000 3,4.000-2.000 2,1.000 2.000-8,-5.000 5.000 5,1.000-3.000-3,3.000 6.000 1,-1.000 1.000 4,0.000-3.000-5,-3.000 5.000 2,-5.000-3.000 1,-8.000 2.000-4,8.000 9.000 5,-11.000-4.000 0,4.000 0.000-5,0.000 1.000 4,-7.000 4.000 2,0.000 3.000-6,0.000-1.000 0,-6.000 0.000-1,7.000 0.000 4,-1.000 1.000 2,7.000 2.000-5,-3.000-4.000 8,-4.000 4.000-5,1.000 0.000-2,-1.000 0.000 5,-4.000 0.000-4,2.000 0.000 4,0.000 0.000-7,2.000 0.000 5,3.000 0.000 4,8.000 0.000-6,-6.000 4.000-3,4.000 1.000 6,-4.000 6.000-5,-1.000-2.000 4,3.000 3.000-3,-4.000-2.000 1,-3.000-4.000 5,4.000 3.000-7,0.000 3.000 7,-14.000-7.000 0,7.000 5.000-6,1.000-2.000 3,-7.000-2.000-2,-2.000 2.000 1,7.000 3.000 2,-8.000-5.000-4,-2.000 2.000 3,6.000 4.000-4,-8.000-5.000 5,0.000 4.000-3,6.000 1.000 0,-5.000-1.000-3,4.000 3.000 6,-5.000 0.000-6,-1.000-2.000 1,6.000-1.000-1,-5.000 1.000 4,-4.000-1.000-1,1.000 1.000-3,4.000-1.000 0,0.000 3.000 0,-4.000 1.000 0,0.000 3.000 0,4.000 1.000 4,-4.000-1.000-1,0.000-4.000-3,-3.000 4.000 0,0.000-4.000 0,0.000-2.000 0,0.000 4.000 0,0.000 5.000 2,0.000-1.000-2,0.000 4.000 2,0.000 1.000 1,0.000-2.000-3,0.000 3.000 0,0.000-3.000 2,0.000-4.000 1,-3.000 2.000-2,0.000-1.000-2,3.000-6.000 2,-10.000 0.000 0,10.000 4.000-1,-6.000-2.000 0,-5.000-1.000 2,8.000-2.000-2,3.000-8.000 2,0.000 1.000-4,-2.000-4.000 4,2.000-2.000 1,0.000 0.000-3,0.000 3.000 0,0.000-3.000 2,-4.000 0.000-2,4.000 0.000 0,0.000 0.000 0,0.000 0.000 2,0.000 0.000 0,0.000 0.000 0,0.000 0.000-2,0.000 0.000 1,0.000 0.000 1,0.000 0.000 2,0.000 0.000-1,0.000 0.000-3,0.000 0.000 11,0.000 0.000-11,0.000 0.000 4,0.000 0.000 1,0.000 0.000-5,0.000 0.000 0,0.000 0.000 0,0.000 0.000 4,0.000 0.000 0,0.000 0.000-4,0.000 3.000 0,0.000-3.000 0,0.000 0.000 0,0.000 0.000 0,9.000 0.000 2,18.000 0.000 5,-5.000 0.000 6,3.000 0.000-13,1.000 0.000 2,12.000 0.000 5,20.000-3.000-5,9.000-12.000 19,7.000 1.000-12,-4.000-1.000-1,4.000 3.000 1,6.000-3.000-9,-11.000 3.000 6,-5.000 3.000 0,-3.000 3.000-2,-7.000 0.000-4,-4.000-2.000 0,6.000 0.000 2,-9.000-1.000 5,5.000 3.000-2,-8.000 4.000 0,-6.000-2.000-3,-6.000 4.000 0,3.000-2.000 0,-2.000 2.000 2,-8.000 0.000-4,0.000 0.000 9,10.000 0.000-7,-9.000 0.000 2,12.000 0.000-1,-9.000 0.000-3,6.000 0.000 3,1.000 0.000 1,-5.000 6.000-4,7.000 0.000 7,-2.000 2.000-7,-11.000 0.000 0,8.000 1.000 2,-5.000 5.000-2,-6.000-5.000 0,8.000 3.000-2,-5.000 3.000 4,-3.000-3.000 0,-2.000 3.000 0,2.000-1.000-2,0.000 4.000 0,0.000 0.000 0,-6.000-4.000 0,0.000 3.000-2,4.000 0.000 2,-9.000 3.000 8,9.000-2.000-8,-1.000 3.000 0,-6.000-7.000 0,-3.000 2.000 2,6.000 5.000-4,-10.000-4.000 2,6.000 6.000 0,-8.000-3.000 7,6.000-2.000-6,-4.000-2.000-1,-2.000 2.000 0,-4.000 1.000 0,2.000 2.000 0,-2.000-1.000 0,0.000 0.000 0,0.000 6.000 8,0.000 1.000-8,0.000-2.000 0,0.000 3.000 0,0.000-4.000 2,0.000-6.000-2,-2.000 4.000 0,-5.000 1.000 0,-4.000-2.000 8,5.000 1.000-8,1.000-3.000 0,-6.000-4.000 0,9.000 0.000 1,-4.000-7.000-2,-2.000-2.000 1,6.000 0.000 0,2.000 0.000 1,-4.000-4.000-1,4.000 2.000 0,0.000-2.000 2,0.000-2.000 0,0.000 0.000-2,0.000 0.000 0,0.000 0.000 0,0.000 0.000 0,0.000 0.000 2,0.000 0.000-2,0.000 0.000 0,0.000 0.000-2,0.000 0.000 0,0.000 0.000 0,0.000 0.000 1,0.000 0.000-3,0.000 0.000-6,4.000 6.000 10,14.000-3.000 0,2.000 3.000 4,2.000 0.000-4,14.000-6.000 0,0.000 2.000 2,-3.000-2.000 6,22.000 0.000-8,-10.000 4.000 0,7.000 1.000 3,-5.000 7.000-1,-3.000 2.000-2,-2.000 1.000 2,0.000 1.000-2,-8.000-1.000 8,-5.000-3.000-8,0.000 3.000 0,0.000-1.000-1,-5.000 8.000 1,6.000-2.000-3,-4.000 7.000 3,-4.000 1.000 0,0.000 1.000 4,0.000 3.000-4,-8.000 2.000 0,4.000 0.000 0,-8.000 3.000 6,6.000 4.000-8,3.000-4.000 2,-6.000 5.000 0,-4.000-5.000 4,5.000 3.000 0,-8.000-1.000-4,0.000-6.000 6,1.000 10.000-6,-4.000-9.000 0,-3.000 3.000 2,0.000 3.000-2,0.000-2.000 10,0.000-6.000-10,0.000 2.000 0,0.000 4.000 4,0.000-7.000-3,-14.000 3.000 3,3.000-2.000-4,-5.000 4.000 0,-10.000 1.000 10,-3.000-2.000-10,0.000 8.000 0,-3.000 2.000 4,-6.000-5.000-2,3.000 9.000-2,-5.000-3.000 0,-10.000-5.000 0,8.000-1.000 2,-2.000-3.000-2,0.000 0.000 0,-8.000 4.000-2,5.000-1.000 4,-15.000-1.000-4,15.000 0.000 2,3.000-6.000-2,-2.000-3.000 0,21.000-7.000-2,2.000-6.000 4,7.000-6.000-2,10.000-2.000 2,-7.000 6.000-2,10.000-9.000 0,3.000-1.000 2,0.000 1.000-2,0.000-6.000 0,0.000 0.000 2,0.000 0.000-2,0.000 0.000-1,0.000 0.000 1,0.000 0.000-4,0.000 0.000 4,0.000 0.000-2,0.000 5.000 4,0.000 5.000 0,20.000-6.000 0,-4.000 6.000 4,2.000-2.000-8,5.000 3.000 6,2.000-2.000-2,14.000 3.000 8,-15.000 0.000-8,10.000-3.000 0,-10.000 4.000 2,2.000 4.000 2,0.000-3.000-4,-11.000 4.000 0,2.000 0.000 0,-1.000 1.000 0,-7.000 2.000 0,7.000 7.000 0,-3.000 1.000 5,-6.000 6.000-3,6.000 2.000 0,-4.000 4.000-2,-7.000 1.000 0,6.000 0.000 6,-8.000 5.000-6,0.000-1.000 0,0.000 4.000 2,-10.000 1.000-2,-10.000 1.000 0,9.000 0.000 0,-9.000-6.000 2,1.000 6.000-2,-4.000-10.000 0,1.000 4.000 0,-4.000 1.000 0,0.000-7.000 6,-2.000 10.000-8,-7.000-11.000 2,-4.000 5.000 0,4.000-8.000 6,10.000-5.000-6,0.000 2.000-2,-11.000 1.000 2,-6.000 3.000 0,1.000-2.000 4,2.000-3.000-4,-5.000 2.000 0,3.000 4.000 2,-10.000-1.000-2,2.000 1.000 0,5.000-1.000 6,-3.000-3.000-4,-9.000-2.000-2,9.000 2.000 0,-10.000-2.000 2,-1.000-3.000 12,-5.000 4.000-14,-8.000-6.000 0,-5.000 5.000 7,-18.000 3.000-7,5.000-3.000 0,-10.000 2.000 0,-4.000-2.000 0,2.000-1.000 2,9.000 1.000-2,-5.000-6.000 0,1.000-1.000 4,-9.000 2.000 0,-6.000-2.000-2,-4.000-2.000-2,-7.000 4.000 0,11.000-5.000 2,6.000-5.000-2,2.000-2.000-2,-9.000-4.000-2,12.000-4.000 6,5.000-7.000-4,-6.000 0.000 2,7.000 0.000 0,12.000 0.000 2,-2.000 0.000-2,1.000-4.000 0,3.000-7.000-2,11.000-4.000 2,-8.000-2.000 0,0.000-7.000 0,4.000-7.000 0,2.000 3.000 0,4.000-7.000 0,1.000 1.000 0,-6.000-1.000 0,12.000 4.000 0,7.000 2.000 0,-3.000 3.000 2,2.000 0.000 0,10.000 3.000 0,2.000-3.000-2,-5.000 0.000 0,5.000 0.000-4,-3.000-5.000 8,-6.000-1.000-4,4.000 4.000 0,-9.000-8.000 2,16.000 5.000 0,-2.000-1.000 0,0.000 4.000-2,1.000 0.000 0,5.000 1.000-2,8.000 1.000 0,3.000 4.000 0,3.000-7.000 2,-5.000 2.000 0,5.000-2.000-2,2.000 1.000-4,11.000-1.000 6,-4.000 4.000-4,10.000-2.000 4,3.000 2.000-2,0.000 2.000 2,0.000 3.000-3,0.000 3.000 1,0.000-1.000 0,0.000-2.000 0,0.000 3.000 4,0.000-9.000-4,14.000 10.000 2,-5.000-9.000 0,-7.000 11.000-2,12.000-1.000 2,-11.000 7.000 0,-3.000 8.000-2,3.000 0.000 4,-3.000 0.000 0,0.000 0.000-2,0.000 0.000 0,0.000 0.000 4,0.000 0.000 1,0.000 0.000-5,0.000 0.000 0,0.000 0.000 0,0.000 0.000 0,0.000 0.000 0,0.000 0.000 0,0.000 0.000 0,0.000 0.000 0,0.000 0.000 0,0.000 0.000 0,11.000 0.000 0,-11.000 0.000 0,0.000 0.000 0,0.000 0.000 0,0.000 0.000 0,0.000 0.000 0,0.000 0.000 0,0.000 0.000-3,0.000 0.000 6,0.000 0.000-3,0.000 0.000 0,0.000 0.000 0,0.000 0.000 0,0.000 0.000 2,0.000 0.000-2,0.000 0.000 0,0.000 0.000 0,0.000 0.000-2,0.000 0.000 2,0.000 0.000 0,0.000 0.000 4,0.000 0.000-4,0.000 0.000 0,0.000 0.000-2,0.000 0.000 6,0.000 0.000-4,0.000 0.000 2,0.000 0.000-2,0.000 0.000 0,0.000 0.000 0,0.000 0.000 0,0.000 0.000 0,0.000 0.000 2,-14.000 0.000-2,-3.000 0.000 0,2.000 3.000 4,-14.000-1.000-8,7.000 1.000 2,-13.000 1.000 2,9.000 2.000-2,-12.000-1.000 4,-4.000 1.000-4,-9.000 2.000 0,-9.000 1.000 0,-3.000 3.000 2,-15.000-4.000-5,-4.000 4.000 3,-12.000-1.000 2,11.000 1.000-6,-5.000-9.000 6,5.000 3.000-4,-1.000-4.000 4,8.000-2.000 0,-2.000 0.000-6,11.000 0.000 6,1.000-8.000 0,3.000-7.000-2,5.000-6.000 0,0.000 5.000-4,0.000-7.000 6,8.000-1.000-2,-2.000 2.000 0,10.000-7.000 0,11.000 2.000 0,-1.000-4.000-2,6.000 0.000 4,4.000 0.000-6,-3.000-6.000 6,-4.000-5.000-2,9.000 1.000 2,1.000-7.000-6,4.000 9.000 6,-4.000-2.000-2,3.000-5.000 0,5.000 11.000-3,6.000-3.000 5,1.000 2.000-2,4.000-8.000-4,-2.000 1.000 4,2.000-5.000 2,0.000-4.000-2,0.000-1.000 0,0.000-4.000 0,0.000 3.000 2,0.000-1.000-2,0.000 9.000 2,8.000-8.000-4,8.000 5.000 4,4.000 2.000-2,2.000-1.000 2,0.000 5.000 0,-3.000 0.000 0,3.000-1.000-4,0.000 5.000 4,2.000-3.000-4,5.000 3.000 4,-4.000 1.000 0,0.000 10.000-4,-6.000 1.000 7,4.000 4.000-3,-10.000 6.000 0,-4.000 3.000-3,2.000 6.000 3,-9.000 4.000 0,-2.000 4.000 0,0.000-2.000-2,0.000 2.000 2,0.000 0.000 0,0.000 0.000 2,0.000 0.000 1,0.000 0.000-3,0.000 0.000 1,0.000 0.000 1,0.000 0.000 4,0.000 0.000-6,0.000 0.000 2,0.000 0.000 6,0.000 0.000-8,0.000 0.000 0,-6.000 0.000 0,-1.000-5.000 4,-6.000-5.000-4,1.000-5.000 0,-8.000-1.000 0,-4.000-10.000-2,-10.000-6.000 4,6.000-5.000-2,-8.000-7.000 0,5.000-1.000-2,2.000-1.000 0,2.000-3.000-4,3.000 3.000 6,8.000 11.000-2,0.000 6.000 2,10.000-3.000 0,-7.000 0.000-4,4.000 1.000 4,-1.000-4.000-2,6.000 4.000 2,4.000-6.000 0,0.000 11.000-2,0.000-6.000 2,0.000-2.000-6,0.000 2.000 6,0.000-2.000-4,0.000-6.000 2,0.000-4.000 2,4.000-8.000-2,15.000-8.000 2,0.000-1.000 0,3.000-2.000-3,12.000 1.000 3,-7.000 6.000-2,6.000 4.000 2,-6.000 7.000 0,9.000 7.000-10,-8.000 4.000 10,14.000 2.000-4,-1.000-3.000 4,14.000-2.000-2,6.000-5.000 1,6.000-1.000 1,-3.000 2.000 0,3.000-3.000-5,-13.000 15.000 5,1.000 4.000 0,-11.000 2.000 0,1.000 5.000-2,-7.000 1.000 2,-2.000 3.000-2,2.000 3.000 2,0.000-7.000 0,4.000 3.000 2,6.000-1.000 0,-5.000-1.000 0,-1.000 3.000-2,-6.000-1.000 4,2.000 3.000-2,-9.000 1.000-2,0.000 2.000 0,-3.000 0.000 4,1.000 3.000-4,-5.000 1.000 2,8.000 0.000 4,-2.000-4.000-6,-5.000 3.000 5,-1.000 0.000-3,7.000-3.000 0,-6.000 3.000 4,2.000 0.000 0,0.000 1.000-6,-5.000 0.000 0,2.000 1.000 0,-3.000 4.000 4,0.000-2.000-4,20.000 2.000 0,-6.000-3.000 6,-2.000 3.000-6,7.000-3.000 0,4.000 3.000 2,2.000 0.000 0,-3.000 0.000 2,1.000 0.000-2,-4.000 0.000-2,-2.000 0.000 2,-8.000 0.000 0,-6.000 0.000-2,-2.000 0.000 0,-1.000 0.000 2,0.000 0.000-4,0.000 0.000 6,-6.000 3.000-6,13.000 0.000 2,-12.000 3.000 0,-1.000-4.000 0,5.000 5.000 0,4.000-6.000 0,-9.000 5.000 4,9.000 0.000-4,-3.000 0.000 0,-3.000 1.000 0,4.000-3.000 0,-5.000 3.000 0,1.000-1.000-2,0.000 2.000 2,-7.000-2.000 0,4.000 2.000 0,0.000 1.000 0,-6.000-4.000-2,-1.000 1.000 2,4.000-3.000 0,-7.000 3.000 0,2.000 0.000 0,-1.000-1.000 6,9.000 1.000-6,-10.000 4.000 0,1.000-2.000 0,3.000-3.000 1,-7.000 5.000-1,3.000-6.000 0,3.000 2.000 2,-4.000 2.000 4,-2.000-4.000-6,4.000-1.000 0,-4.000 2.000 0,0.000 1.000 0,7.000-3.000 0,-4.000 0.000 0,-3.000-1.000 0,2.000-2.000 4,-2.000 4.000-4,0.000-1.000 0,0.000 0.000 0,0.000-1.000 2,0.000 2.000-4,0.000-4.000 2,0.000 2.000 0,0.000 2.000 0,4.000 1.000 4,-4.000-2.000-6,0.000-1.000 2,0.000 1.000 0,0.000-3.000 0,0.000 0.000-2,0.000 6.000 2,0.000-6.000 6,0.000 0.000-6,0.000 6.000 0,0.000 0.000 0,0.000 2.000-2,0.000-2.000-2,0.000 0.000 4,0.000-3.000 0,0.000-1.000 4,0.000-2.000-4,0.000 0.000 2,0.000 0.000-2,0.000 0.000-29,0.000 0.000-88,-26.000 23.000-123,-10.000 14.000-28,5.000-18.000-12</inkml:trace>
  <inkml:trace contextRef="#ctx0" brushRef="#br0">7795.000 4949.000 41,'9.000'-7.000'21,"-5.000"-3.000"-2,10.000 3.000 3,-5.000 4.000-4,-5.000-1.000-4,-4.000 0.000 4,4.000 0.000 0,-4.000 1.000 1,0.000 3.000 9,0.000 0.000-4,0.000 0.000 5,0.000 0.000 2,0.000 0.000-6,0.000 0.000-2,-4.000 0.000-9,-18.000 0.000-8,9.000 0.000 7,-9.000 0.000-8,-5.000 0.000 1,-1.000 0.000 5,-6.000 0.000-3,-15.000 7.000-1,10.000 17.000-4,-10.000 12.000-2,-4.000 8.000 6,10.000 3.000-7,-2.000 9.000 0,10.000 3.000 0,4.000 1.000 4,9.000 3.000-8,-1.000 6.000 4,19.000 2.000 0,-5.000 3.000 0,9.000 3.000 0,0.000-2.000 0,0.000-7.000 3,13.000-9.000-3,14.000-7.000 0,13.000-11.000 3,-1.000-2.000-3,1.000-8.000 4,13.000-11.000-2,14.000-4.000-2,-9.000-11.000 7,11.000-2.000-3,3.000-3.000 5,-2.000 0.000-1,1.000 0.000 7,-1.000-11.000 2,-4.000-17.000-11,1.000-16.000-2,2.000-8.000 4,-15.000-8.000 0,3.000-3.000 0,-3.000-5.000 1,-15.000 1.000 1,10.000-1.000 7,-18.000 9.000-14,9.000 3.000 19,-19.000 13.000-3,1.000 3.000-5,5.000-1.000 6,-4.000-6.000-6,-15.000 11.000 8,-8.000 1.000 6,0.000-9.000-17,0.000-4.000-3,0.000-3.000 1,-8.000-1.000-7,-23.000 4.000 4,1.000 0.000-6,-2.000 12.000 4,-5.000 5.000-4,-1.000 3.000 5,-15.000 8.000-5,-5.000 4.000 8,-17.000 8.000-6,9.000 8.000 2,-14.000 0.000-2,22.000 0.000-2,1.000 0.000 0,23.000 0.000 0,2.000 0.000 0,6.000 0.000 0,4.000 0.000-10,-5.000 0.000 6,14.000 0.000-41,-9.000 0.000-19,-1.000 0.000-26,11.000 0.000-36,-2.000 0.000 11,14.000 5.000 2,0.000 14.000-46</inkml:trace>
  <inkml:trace contextRef="#ctx0" brushRef="#br0">9115.000 5860.000 60,'0.000'-12.000'13,"0.000"-4.000"7,15.000-1.000 8,11.000-2.000-8,4.000-5.000-2,5.000 4.000-3,1.000 2.000 1,8.000-3.000-7,-8.000 9.000 4,-6.000 2.000 3,5.000 1.000-8,10.000 1.000 0,-11.000 0.000 3,20.000-1.000 2,-9.000 5.000-1,2.000-3.000-9,6.000 7.000 11,-7.000 0.000-9,-4.000 0.000 0,8.000 0.000 0,-15.000 0.000 1,18.000 0.000 7,-18.000 15.000-6,5.000 6.000 1,-8.000-2.000 2,-2.000 7.000-1,-4.000-4.000-6,-3.000 6.000 6,-11.000-5.000-3,-7.000 5.000-2,5.000 0.000 5,-10.000 5.000-6,0.000 6.000 12,-15.000 12.000-5,-20.000 6.000 16,-13.000 5.000-11,-6.000-3.000-5,12.000 15.000-2,-16.000-16.000 1,9.000-6.000-6,-1.000-12.000 9,11.000-17.000-10,-6.000-2.000 4,10.000-17.000 0,-13.000 0.000-3,8.000-4.000 6,-5.000 0.000-4,10.000-21.000-3,5.000-22.000 3,-4.000-13.000-5,10.000 0.000 0,2.000 1.000 0,18.000-1.000-2,4.000 12.000 0,0.000-6.000 1,0.000-2.000-4,0.000 2.000 5,18.000 4.000-44,17.000 10.000-39,0.000 12.000-6,18.000 20.000-17,0.000 4.000-56</inkml:trace>
  <inkml:trace contextRef="#ctx0" brushRef="#br0">9340.000 5836.000 21,'0.000'0.000'32,"0.000"0.000"-23,0.000 0.000 12,0.000 0.000-1,0.000 0.000-10,0.000 0.000-1,0.000 0.000 3,0.000 0.000-2,0.000 0.000 3,0.000 0.000 6,0.000 0.000-6,0.000 0.000 4,0.000 0.000 2,0.000 0.000 0,0.000 0.000-6,0.000 0.000-3,0.000 0.000-4,0.000 0.000 2,0.000 0.000-8,0.000 0.000 0,0.000 0.000 0,0.000 0.000 0,0.000 0.000 0,0.000 0.000-22,0.000 0.000-38,19.000 0.000-30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42:37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-6.000 1121.000 17,'0.000'-2.000'33,"0.000"-12.000"-29,0.000 10.000 2,0.000 0.000 3,5.000 0.000-1,-5.000 4.000-2,0.000 0.000-1,10.000 0.000 3,-6.000-4.000 0,-4.000 0.000 1,4.000 0.000 0,-4.000 0.000-5,4.000 1.000 2,-4.000-2.000 0,4.000 5.000 0,10.000-8.000 2,-6.000 0.000-1,0.000-4.000-1,11.000 4.000 3,-14.000-3.000-8,13.000 2.000 2,-14.000-2.000 1,4.000 3.000-4,2.000-5.000 5,-5.000 6.000-1,-2.000-2.000 0,5.000 5.000 2,-8.000 1.000-6,5.000-2.000 2,5.000 5.000 1,2.000-8.000-3,-7.000 5.000 2,5.000-5.000-1,-2.000 0.000 0,0.000-1.000 2,-3.000 3.000-2,12.000 1.000 1,2.000-8.000 3,-11.000 10.000-3,1.000-5.000 2,-6.000 4.000-3,8.000-4.000 2,2.000-5.000-1,-13.000 10.000-1,18.000-8.000 0,-6.000 3.000 2,-12.000 4.000-1,18.000-4.000 2,-13.000-1.000-2,-2.000 7.000 2,16.000-11.000-1,-11.000-3.000-2,10.000 0.000-1,-5.000 0.000 2,9.000 0.000 0,-14.000 4.000-1,7.000 2.000-1,-7.000-1.000 3,-4.000 1.000 0,14.000 2.000-2,-10.000 3.000-1,11.000-3.000 2,-11.000 0.000-2,-3.000 0.000 3,5.000 1.000-1,-2.000-6.000-2,0.000 2.000 1,6.000 6.000-1,-9.000-7.000 0,-2.000 4.000 1,6.000 0.000-1,1.000 0.000 3,-6.000 5.000-2,4.000-2.000 1,-3.000-2.000-2,-1.000 2.000 2,-4.000 2.000-2,15.000-2.000 0,-7.000 2.000 0,-8.000-2.000 2,3.000 2.000-2,-3.000 3.000 0,0.000 0.000 1,0.000 0.000 0,0.000 0.000-1,0.000 0.000 3,0.000 0.000-3,-3.000 0.000-14,-29.000 0.000-15,-7.000 24.000 5,-6.000-1.000 11,-4.000 10.000-6,15.000-2.000 3,-9.000 1.000 6,1.000 9.000 5,-14.000-2.000 4,16.000 8.000-3,-10.000-4.000-1,2.000-7.000 3,27.000-12.000 1,3.000-5.000 0,9.000-10.000 1,-4.000-9.000 1,13.000 0.000-1,0.000 0.000 0,0.000 0.000 0,-5.000 0.000 2,5.000 0.000-2,0.000 0.000 0,0.000 0.000 0,0.000-3.000 4,0.000-13.000 8,18.000-10.000-2,9.000 4.000 2,-11.000-2.000 2,16.000 1.000-7,-1.000 0.000-4,5.000-6.000 4,-16.000 9.000 1,26.000-1.000 2,-20.000-2.000-4,9.000-5.000 1,-4.000 4.000 3,10.000-4.000-5,-2.000 0.000-2,-12.000 9.000 2,3.000-1.000-3,1.000 4.000 2,-5.000-3.000 2,1.000 3.000-5,0.000 0.000 4,-4.000 4.000-5,-15.000 4.000 0,0.000 4.000 3,-8.000 4.000-3,10.000 0.000 4,-10.000 0.000-2,0.000 0.000 1,0.000 0.000 4,-23.000 12.000-6,-25.000 24.000-1,4.000-1.000-1,-5.000 1.000-1,-1.000 7.000 1,8.000-5.000 1,1.000 0.000 0,-2.000-2.000 0,2.000-8.000 0,11.000-5.000-1,17.000-11.000 1,2.000-3.000 0,8.000-9.000 1,3.000 0.000-1,0.000 0.000-2,0.000 0.000 1,0.000 0.000-2,0.000 0.000 1,0.000 0.000 1,0.000-15.000 1,27.000-14.000 10,13.000 1.000 1,-5.000-10.000 1,4.000 2.000 0,10.000-2.000 1,-10.000 2.000-3,10.000 5.000-2,-4.000 6.000-6,-6.000-1.000 11,11.000 0.000-12,-15.000 4.000 4,-1.000 3.000 0,7.000-6.000-1,-20.000 6.000-1,16.000 2.000 2,-21.000 1.000-3,10.000 5.000 5,1.000-2.000-4,-9.000 1.000-2,-1.000 1.000 5,6.000-5.000-2,7.000-2.000-1,-7.000 3.000-1,4.000-1.000 0,-5.000 4.000 2,-6.000 1.000-4,7.000-4.000 1,-1.000 3.000-1,-9.000-1.000 1,5.000 2.000-1,1.000 6.000 0,-11.000 2.000 3,0.000-1.000-1,-3.000 4.000-2,4.000-7.000 0,-1.000-3.000 2,-3.000 3.000-2,8.000 2.000 1,-5.000 2.000-2,2.000-1.000 2,-1.000-2.000-2,4.000-8.000 1,-9.000 6.000 0,15.000-1.000 2,-11.000 6.000-2,-5.000-2.000 3,16.000 2.000-7,-11.000-5.000 8,-3.000 8.000-8,5.000-4.000 5,-6.000-4.000-1,4.000 4.000 0,-8.000 0.000 2,15.000-4.000-2,-4.000 8.000 0,-6.000-3.000 1,5.000-2.000-4,-2.000 1.000 3,-4.000 4.000 0,0.000-4.000 0,10.000 4.000 2,-9.000-4.000-2,3.000 0.000 0,-4.000 0.000 1,-4.000 4.000-2,10.000-3.000 1,-5.000 3.000 0,3.000 0.000 0,-5.000 0.000 0,2.000-5.000 0,9.000 5.000 0,-6.000 0.000 1,-4.000-3.000-2,10.000-2.000 1,-1.000 5.000 0,-13.000 0.000 4,14.000 0.000-4,-6.000 0.000 0,-3.000 0.000-3,9.000 0.000 6,-5.000 0.000-7,-1.000 0.000 5,-8.000-3.000-1,14.000 3.000 0,-6.000-5.000 3,-4.000 5.000-3,15.000 0.000 0,-11.000-4.000 0,-4.000 4.000-3,6.000 0.000 3,-2.000 0.000 0,0.000 0.000 3,-8.000 0.000-3,5.000 0.000-3,-5.000 0.000 3,10.000 0.000 0,-6.000-4.000 0,0.000 4.000 3,-4.000 0.000-3,4.000 0.000 0,-4.000 0.000 0,4.000 0.000 0,7.000 0.000-3,-11.000 0.000 3,8.000 0.000 0,-5.000 0.000 0,2.000 0.000 0,-5.000 0.000 3,0.000 0.000-3,3.000 0.000 0,8.000 0.000 0,-6.000 0.000 0,-2.000 0.000 1,-3.000 0.000-1,5.000 0.000 0,-5.000 0.000-1,3.000 0.000 2,8.000 0.000-1,-11.000 0.000 0,4.000 0.000 0,0.000 0.000 2,0.000 0.000-2,0.000 0.000 0,6.000 0.000 0,-5.000 4.000 0,-5.000 0.000 0,3.000-4.000 0,-3.000 0.000 0,0.000 0.000 3,0.000 0.000-3,0.000 0.000 0,0.000 0.000 4,0.000 0.000-3,0.000 0.000 1,0.000 0.000 5,0.000 0.000-1,-3.000 0.000 4,-28.000 0.000-10,-7.000 0.000 0,4.000 0.000 0,4.000 0.000-3,-10.000 5.000-6,0.000-2.000 3,9.000 5.000 2,-1.000 0.000 3,6.000 0.000-3,-1.000 0.000-1,1.000 1.000-3,-5.000-6.000 5,5.000 0.000-4,-1.000-3.000 2,15.000 5.000 5,-7.000-1.000-4,3.000-4.000 4,2.000 4.000 0,6.000 0.000 2,-7.000-4.000-2,11.000 0.000-3,-8.000 4.000 3,-2.000 0.000 0,4.000 4.000 0,-7.000-8.000 0,8.000 3.000 0,1.000-3.000-1,-6.000 0.000 1,14.000 0.000 0,0.000 0.000-2,0.000 0.000 2,0.000 0.000 0,0.000 0.000-4,0.000 0.000 3,0.000 0.000 0,0.000 0.000-4,0.000 0.000 4,0.000 0.000-8,0.000 0.000 6,0.000 0.000 2,14.000 0.000-4,12.000 0.000 5,1.000 0.000 0,4.000 0.000 0,0.000-11.000 1,0.000 7.000-1,-5.000 4.000 0,1.000-4.000 3,4.000 4.000-2,-19.000 0.000-1,14.000 0.000 0,1.000 0.000 0,-1.000 0.000 1,1.000 0.000-1,1.000 0.000 3,-11.000 0.000-1,-4.000 0.000 0,10.000 0.000-2,-15.000 0.000 1,14.000 0.000 1,-14.000 0.000-3,15.000 8.000 2,-15.000 0.000-1,11.000-5.000 2,-11.000 5.000-1,-5.000-3.000-1,16.000 3.000 2,-14.000 0.000-2,9.000-4.000 0,-10.000 2.000-1,4.000-4.000 1,-4.000 2.000 1,6.000 0.000 2,-2.000-1.000-3,-3.000 2.000 0,-5.000-1.000 1,3.000-1.000-2,-3.000-3.000-1,0.000 0.000 2,0.000 0.000 3,0.000 5.000-2,0.000-5.000-1,0.000 0.000 3,0.000 0.000-3,0.000 0.000 0,0.000 0.000 0,0.000 0.000 1,0.000 0.000 9,0.000 0.000-9,0.000 0.000-1,0.000 0.000-28,-34.000 0.000-56,-1.000 12.000-9,5.000 11.000-27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1:32"/>
    </inkml:context>
    <inkml:brush xml:id="br0">
      <inkml:brushProperty name="width" value="0.46667" units="cm"/>
      <inkml:brushProperty name="height" value="0.46667" units="cm"/>
      <inkml:brushProperty name="color" value="#44546a"/>
      <inkml:brushProperty name="fitToCurve" value="1"/>
    </inkml:brush>
  </inkml:definitions>
  <inkml:trace contextRef="#ctx0" brushRef="#br0">37.000 1374.000 101,'-13.000'-3.000'3,"-4.000"0.000"0,3.000-3.000 24,14.000-3.000-7,0.000-9.000-11,0.000-4.000 1,17.000-1.000 0,3.000-4.000 5,4.000-4.000-5,10.000-2.000 5,-2.000-3.000-6,20.000-12.000 5,0.000-6.000-1,29.000-12.000-6,3.000 0.000 4,12.000-3.000 0,14.000-3.000-4,14.000-1.000 5,20.000 1.000-1,26.000 0.000-4,1.000 12.000-1,6.000 5.000-6,-21.000 17.000 0,-5.000 11.000 0,-10.000 15.000 3,-14.000 12.000-4,-17.000 0.000 1,-23.000 20.000 0,-24.000 20.000 2,1.000 10.000-1,-24.000 2.000 5,-16.000 2.000 7,-15.000 6.000-8,-9.000 4.000 7,-3.000 7.000 3,-44.000 8.000-1,-19.000 8.000-2,-12.000 4.000-9,-12.000-4.000 1,-3.000 5.000 2,-11.000-10.000-5,7.000-10.000 7,17.000-18.000-5,3.000-21.000-2,17.000-17.000 10,16.000-16.000 1,15.000 0.000-3,-5.000-43.000-2,7.000-23.000-6,13.000-24.000-1,14.000-22.000-1,0.000-11.000 1,54.000-9.000-2,30.000 3.000 1,32.000-1.000-1,46.000 1.000 0,35.000-1.000-10,40.000-2.000-23,23.000 15.000-61,21.000 26.000-21,7.000 25.000-94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2:57"/>
    </inkml:context>
    <inkml:brush xml:id="br0">
      <inkml:brushProperty name="width" value="0.37042" units="cm"/>
      <inkml:brushProperty name="height" value="0.37042" units="cm"/>
      <inkml:brushProperty name="color" value="#44546a"/>
      <inkml:brushProperty name="fitToCurve" value="1"/>
    </inkml:brush>
  </inkml:definitions>
  <inkml:trace contextRef="#ctx0" brushRef="#br0">4.000 1241.000 68,'-3.000'-1.000'27,"-2.000"1.000"-22,5.000 0.000 17,-1.000 0.000-2,1.000 0.000 0,-2.000 0.000-7,1.000 0.000-4,1.000 0.000 3,-1.000 0.000 2,1.000 0.000-2,0.000 0.000 7,0.000 0.000-3,0.000 0.000 2,0.000 0.000 0,0.000 0.000 1,0.000 0.000 6,0.000 0.000-5,0.000 0.000-3,0.000 0.000 1,0.000 0.000-1,0.000 0.000 11,0.000 0.000-7,0.000 0.000-3,0.000 0.000 13,0.000 0.000-19,0.000 0.000 12,0.000 0.000 1,0.000 0.000-9,2.000 0.000 7,0.000 0.000-8,0.000 0.000-2,5.000 0.000 8,-1.000 0.000-8,3.000 0.000 16,1.000 0.000-4,-2.000 0.000-12,-5.000 0.000 6,4.000 0.000-10,-4.000 0.000 7,4.000 0.000 7,0.000 0.000-23,0.000 0.000 11,-2.000 0.000 5,4.000 0.000-12,-3.000 0.000 5,-3.000 0.000-1,6.000 0.000-1,-1.000 0.000 17,2.000 0.000-22,-1.000-2.000 6,0.000 0.000 4,0.000 0.000-8,4.000-2.000 10,-1.000 0.000-9,-1.000 1.000 1,2.000 0.000 12,1.000-1.000-12,8.000-2.000-4,8.000-4.000 14,24.000-8.000-10,30.000-9.000 9,30.000-8.000 12,39.000-8.000-27,29.000-7.000 0,48.000-6.000 0,41.000-8.000 0,51.000-7.000 0,51.000-8.000 0,47.000-3.000 0,42.000-7.000 0,55.000-8.000 0,52.000-6.000 0,50.000-5.000-90,48.000 4.000-150,28.000 10.000-126,7.000 14.000 142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8:10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-3.000 440.000 68,'-1.000'-1.000'27,"-1.000"1.000"-22,2.000 0.000 17,0.000 0.000-2,0.000 0.000 0,-1.000 0.000-7,0.000 0.000-4,1.000 0.000 3,0.000 0.000 2,0.000 0.000-2,0.000 0.000 7,0.000 0.000-3,0.000 0.000 2,0.000 0.000 0,0.000 0.000 1,0.000 0.000 6,0.000 0.000-5,0.000 0.000-3,0.000 0.000 1,0.000 0.000-1,0.000 0.000 11,0.000 0.000-7,0.000 0.000-3,0.000 0.000 13,0.000 0.000-19,0.000 0.000 12,0.000 0.000 1,0.000 0.000-9,1.000 0.000 7,0.000 0.000-8,-1.000 0.000-2,3.000 0.000 8,-1.000 0.000-8,1.000 0.000 16,0.000 0.000-4,0.000 0.000-12,-2.000 0.000 6,2.000 0.000-10,-2.000 0.000 7,1.000 0.000 7,1.000 0.000-23,-1.000 0.000 11,0.000 0.000 5,1.000 0.000-12,-1.000 0.000 5,-1.000 0.000-1,2.000 0.000-1,0.000 0.000 17,1.000 0.000-22,-1.000 0.000 6,0.000-1.000 4,0.000 0.000-8,2.000 0.000 10,-1.000-1.000-9,0.000 1.000 1,0.000 0.000 12,1.000 0.000-12,3.000-1.000-4,2.000-2.000 14,9.000-2.000-10,11.000-4.000 9,10.000-2.000 12,13.000-3.000-27,11.000-3.000 0,16.000-2.000 0,15.000-2.000 0,18.000-4.000 0,18.000-2.000 0,16.000-1.000 0,14.000-2.000 0,20.000-3.000 0,19.000-3.000 0,16.000-1.000-90,18.000 1.000-150,9.000 4.000-126,3.000 4.000 142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9:54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-3.000 440.000 68,'-1.000'-1.000'27,"-1.000"1.000"-22,2.000 0.000 17,0.000 0.000-2,0.000 0.000 0,-1.000 0.000-7,0.000 0.000-4,1.000 0.000 3,0.000 0.000 2,0.000 0.000-2,0.000 0.000 7,0.000 0.000-3,0.000 0.000 2,0.000 0.000 0,0.000 0.000 1,0.000 0.000 6,0.000 0.000-5,0.000 0.000-3,0.000 0.000 1,0.000 0.000-1,0.000 0.000 11,0.000 0.000-7,0.000 0.000-3,0.000 0.000 13,0.000 0.000-19,0.000 0.000 12,0.000 0.000 1,0.000 0.000-9,1.000 0.000 7,0.000 0.000-8,-1.000 0.000-2,3.000 0.000 8,-1.000 0.000-8,1.000 0.000 16,0.000 0.000-4,0.000 0.000-12,-2.000 0.000 6,2.000 0.000-10,-2.000 0.000 7,1.000 0.000 7,1.000 0.000-23,-1.000 0.000 11,0.000 0.000 5,1.000 0.000-12,-1.000 0.000 5,-1.000 0.000-1,2.000 0.000-1,0.000 0.000 17,1.000 0.000-22,-1.000 0.000 6,0.000-1.000 4,0.000 0.000-8,2.000 0.000 10,-1.000-1.000-9,0.000 1.000 1,0.000 0.000 12,1.000 0.000-12,3.000-1.000-4,2.000-2.000 14,9.000-2.000-10,11.000-4.000 9,10.000-2.000 12,13.000-3.000-27,11.000-3.000 0,17.000-2.000 0,13.000-2.000 0,19.000-4.000 0,18.000-2.000 0,16.000-1.000 0,15.000-2.000 0,19.000-3.000 0,18.000-3.000 0,18.000-1.000-90,17.000 1.000-150,9.000 4.000-126,3.000 4.000 142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0:04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-3.000 441.000 68,'-1.000'-1.000'27,"-1.000"1.000"-22,2.000 0.000 17,0.000 0.000-2,0.000 0.000 0,-1.000 0.000-7,0.000 0.000-4,1.000 0.000 3,0.000 0.000 2,0.000 0.000-2,0.000 0.000 7,0.000 0.000-3,0.000 0.000 2,0.000 0.000 0,0.000 0.000 1,0.000 0.000 6,0.000 0.000-5,0.000 0.000-3,0.000 0.000 1,0.000 0.000-1,0.000 0.000 11,0.000 0.000-7,0.000 0.000-3,0.000 0.000 13,0.000 0.000-19,0.000 0.000 12,0.000 0.000 1,0.000 0.000-9,1.000 0.000 7,0.000 0.000-8,-1.000 0.000-2,3.000 0.000 8,-1.000 0.000-8,1.000 0.000 16,0.000 0.000-4,0.000 0.000-12,-2.000 0.000 6,2.000 0.000-10,-2.000 0.000 7,1.000 0.000 7,1.000 0.000-23,-1.000 0.000 11,0.000 0.000 5,1.000 0.000-12,-1.000 0.000 5,-1.000 0.000-1,2.000 0.000-1,0.000 0.000 17,1.000 0.000-22,-1.000 0.000 6,0.000-1.000 4,0.000 0.000-8,2.000 0.000 10,-1.000-1.000-9,0.000 1.000 1,0.000 0.000 12,1.000 0.000-12,3.000-1.000-4,2.000-2.000 14,9.000-2.000-10,11.000-4.000 9,10.000-2.000 12,13.000-3.000-27,11.000-3.000 0,16.000-2.000 0,15.000-3.000 0,18.000-2.000 0,18.000-3.000 0,16.000-1.000 0,14.000-3.000 0,20.000-2.000 0,19.000-3.000 0,16.000-1.000-90,18.000 1.000-150,9.000 4.000-126,3.000 4.000 142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0:29"/>
    </inkml:context>
    <inkml:brush xml:id="br0">
      <inkml:brushProperty name="width" value="0.10583" units="cm"/>
      <inkml:brushProperty name="height" value="0.10583" units="cm"/>
      <inkml:brushProperty name="color" value="#44546a"/>
      <inkml:brushProperty name="fitToCurve" value="1"/>
    </inkml:brush>
  </inkml:definitions>
  <inkml:trace contextRef="#ctx0" brushRef="#br0">1627.000 38.000 100,'4.000'-26.000'57,"-4.000"18.000"-47,0.000 8.000 23,-4.000 8.000 9,-11.000-4.000-20,15.000-4.000-7,0.000 0.000 5,0.000 0.000-5,0.000 0.000 1,0.000 0.000-7,0.000 0.000 9,0.000 0.000 6,0.000 0.000-1,0.000 0.000 4,0.000 0.000 5,-8.000 0.000-9,8.000 0.000 6,-4.000 0.000-12,-15.000 0.000 0,11.000 0.000-3,-19.000 0.000-6,0.000 0.000 0,-8.000 0.000 7,-14.000 0.000-13,13.000 0.000 12,10.000 0.000-9,-10.000 0.000 0,5.000 4.000 6,-10.000 16.000-7,6.000 3.000 5,4.000-2.000-2,0.000 4.000-7,0.000-2.000 7,-10.000 8.000-2,5.000 15.000-1,1.000-2.000 3,-10.000 2.000-7,18.000 8.000 4,-4.000-5.000 0,0.000 2.000-2,0.000 1.000 7,0.000 5.000 2,4.000 7.000 0,0.000-4.000 2,0.000 8.000-7,15.000-3.000 0,-7.000-9.000-3,-3.000 20.000 1,9.000-8.000 2,-10.000 0.000-4,11.000 12.000 3,-2.000-3.000 1,-9.000 3.000-4,15.000 8.000 6,-15.000 4.000-1,6.000 0.000-5,-1.000 4.000 12,14.000-3.000-10,-11.000-4.000 3,11.000-5.000 1,0.000-1.000-4,4.000-2.000-1,0.000-5.000-3,0.000-8.000 5,0.000 0.000-1,0.000 13.000-4,0.000-9.000 0,0.000 8.000 7,0.000 0.000-5,0.000-1.000 0,0.000 7.000 0,0.000-6.000 2,0.000 4.000 3,0.000-8.000-6,0.000 4.000 1,0.000-2.000 4,0.000 9.000 0,4.000 1.000-2,0.000 4.000-4,6.000 8.000 3,-5.000 8.000 8,-1.000 5.000-11,-4.000-8.000 5,0.000 3.000 13,8.000-11.000-10,-8.000-10.000-1,0.000 9.000 7,0.000 4.000-6,0.000 1.000 14,0.000 3.000-14,0.000-8.000 3,0.000-3.000-5,0.000-9.000 2,0.000 0.000-2,0.000-4.000 5,0.000 4.000-11,0.000-7.000 0,0.000-1.000 0,0.000 4.000 0,0.000-7.000 0,0.000 2.000 0,0.000 2.000 0,-8.000 7.000 0,-11.000-4.000 0,7.000 5.000 0,-15.000-11.000 0,8.000 4.000 0,7.000-14.000 0,-11.000-16.000 0,0.000 4.000 0,-4.000-10.000 0,7.000 1.000 0,-17.000-7.000 0,6.000-5.000 0,-5.000 2.000 0,10.000-17.000 0,-14.000 4.000 0,-1.000 4.000 0,6.000-7.000 0,0.000 6.000 0,8.000-5.000 0,4.000 0.000 0,0.000-5.000 0,15.000-10.000 0,8.000-3.000 0,-4.000 0.000 0,4.000 0.000 0,0.000 0.000 0,0.000 0.000 0,0.000 0.000 0,0.000 0.000 0,4.000 0.000 0,0.000 0.000 0,0.000 0.000 0,15.000 0.000 0,-11.000 0.000 0,15.000 0.000 0,8.000 0.000 0,4.000 0.000 0,11.000 0.000 0,-15.000 0.000 0,0.000 0.000 0,-5.000 0.000 0,5.000 0.000 0,-4.000 0.000 0,4.000 0.000 0,-4.000 12.000 0,0.000 1.000 0,-4.000 3.000 0,0.000 4.000 0,-11.000-5.000 0,7.000 6.000 0,-11.000 3.000 0,10.000 5.000 0,-5.000 10.000 0,-5.000 1.000 0,11.000 4.000 0,-11.000 4.000 0,11.000 4.000 0,-11.000 9.000 0,10.000-2.000 0,-13.000-10.000 0,-5.000 7.000 0,4.000 0.000 0,0.000-4.000 0,-4.000 12.000 0,10.000-7.000 0,-6.000-1.000 0,-4.000 4.000 0,4.000 4.000 0,1.000-5.000 0,-1.000 10.000 0,10.000-5.000 0,-6.000 1.000 0,-3.000 15.000 0,9.000-8.000 0,-6.000 4.000 0,1.000-4.000 0,5.000-3.000 0,-10.000 3.000 0,0.000 0.000 0,0.000-4.000 0,1.000 9.000 0,5.000-1.000 0,-6.000 4.000 0,-4.000-1.000 0,0.000 14.000 0,0.000-1.000 0,0.000 1.000 0,0.000 7.000 0,0.000 0.000 0,0.000 0.000 0,0.000-7.000 0,0.000-5.000 0,0.000-7.000 0,-4.000-1.000 0,-11.000 1.000 0,7.000 2.000 0,0.000 9.000 0,-7.000 4.000 0,11.000 1.000 0,0.000-1.000 0,-10.000 4.000 0,10.000 0.000 0,-1.000 0.000 0,1.000-3.000 0,0.000-1.000 0,4.000-16.000 0,0.000-1.000 0,0.000 3.000 0,0.000 0.000 0,0.000 4.000 0,0.000-10.000 0,4.000-12.000 0,5.000 1.000 0,9.000-6.000 0,-10.000 7.000 0,11.000-7.000 0,-11.000 1.000 0,11.000-7.000 0,-11.000-1.000 0,-4.000 4.000 0,11.000 0.000 0,-11.000-6.000 0,4.000 4.000 0,0.000-14.000 0,7.000-4.000 0,-11.000-2.000 0,4.000-11.000 0,3.000 13.000 0,-3.000 0.000 0,-4.000-6.000 0,11.000 4.000 0,-7.000-6.000 0,-4.000 4.000 0,15.000-4.000 0,-11.000 6.000 0,0.000-4.000 0,11.000 6.000 0,-15.000 5.000 0,4.000-2.000 0,2.000-6.000 0,-1.000 7.000 0,-5.000-13.000 0,10.000 16.000 0,-5.000-7.000 0,-5.000-2.000 0,0.000 2.000 0,0.000-8.000 0,10.000 0.000 0,-9.000 0.000 0,-1.000-7.000 0,10.000-1.000 0,-6.000-1.000 0,11.000 1.000 0,-11.000 1.000 0,1.000-6.000 0,5.000 2.000 0,-6.000-5.000 0,15.000-1.000 0,-6.000 2.000 0,5.000 3.000 0,1.000 0.000 0,4.000 0.000 0,-15.000-3.000 0,15.000 2.000 0,0.000-7.000 0,4.000 5.000 0,-4.000-2.000 0,4.000 1.000 0,6.000 5.000 0,-16.000-2.000 0,20.000-2.000 0,-10.000 2.000 0,4.000 2.000 0,-8.000 3.000 0,0.000-8.000 0,4.000 4.000 0,-4.000-4.000 0,0.000-1.000 0,0.000 2.000 0,4.000 3.000 0,0.000-9.000 0,-4.000 9.000 0,4.000-4.000 0,0.000 4.000 0,-4.000-3.000 0,-1.000-6.000 0,5.000 6.000 0,-4.000-10.000 0,0.000-3.000 0,-8.000 0.000 0,-11.000 0.000 0,-4.000 0.000 0,-4.000 0.000 0,0.000 0.000 0,0.000 0.000 0,0.000 0.000 0,-27.000 0.000 0,0.000 0.000 0,1.000 0.000-111,-10.000-11.000-165,36.000-69.000-29,0.000 4.000 11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0:04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-3.000 441.000 68,'-1.000'-1.000'27,"-1.000"1.000"-22,2.000 0.000 17,0.000 0.000-2,0.000 0.000 0,-1.000 0.000-7,0.000 0.000-4,1.000 0.000 3,0.000 0.000 2,0.000 0.000-2,0.000 0.000 7,0.000 0.000-3,0.000 0.000 2,0.000 0.000 0,0.000 0.000 1,0.000 0.000 6,0.000 0.000-5,0.000 0.000-3,0.000 0.000 1,0.000 0.000-1,0.000 0.000 11,0.000 0.000-7,0.000 0.000-3,0.000 0.000 13,0.000 0.000-19,0.000 0.000 12,0.000 0.000 1,0.000 0.000-9,1.000 0.000 7,0.000 0.000-8,-1.000 0.000-2,3.000 0.000 8,-1.000 0.000-8,1.000 0.000 16,0.000 0.000-4,0.000 0.000-12,-2.000 0.000 6,2.000 0.000-10,-2.000 0.000 7,1.000 0.000 7,1.000 0.000-23,-1.000 0.000 11,0.000 0.000 5,1.000 0.000-12,-1.000 0.000 5,-1.000 0.000-1,2.000 0.000-1,0.000 0.000 17,1.000 0.000-22,-1.000 0.000 6,0.000-1.000 4,0.000 0.000-8,2.000 0.000 10,-1.000-1.000-9,0.000 1.000 1,0.000 0.000 12,1.000 0.000-12,3.000-1.000-4,2.000-2.000 14,9.000-2.000-10,11.000-4.000 9,10.000-2.000 12,13.000-3.000-27,11.000-3.000 0,16.000-2.000 0,15.000-3.000 0,18.000-2.000 0,18.000-3.000 0,16.000-1.000 0,14.000-3.000 0,20.000-2.000 0,19.000-3.000 0,16.000-1.000-90,18.000 1.000-150,9.000 4.000-126,3.000 4.000 142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0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-3.000 299.000 3,'0.000'20.000'6,"0.000"-5.000"-6,0.000-7.000 0,3.000-5.000 2,0.000-3.000-2,0.000 0.000 4,0.000 0.000 3,-3.000 0.000-2,2.000 0.000 5,-2.000 0.000-1,0.000 0.000-3,0.000 0.000 2,0.000 0.000-1,0.000 0.000 2,0.000 0.000 0,0.000 0.000 1,0.000 0.000 4,0.000 0.000-4,0.000 0.000 3,0.000 0.000 4,0.000 0.000-3,0.000 0.000 4,0.000 0.000-3,0.000 0.000 1,0.000 0.000 3,0.000 0.000-6,0.000 0.000 2,0.000 0.000 3,0.000 0.000-7,0.000 0.000 7,0.000 0.000 1,0.000 0.000-7,0.000 0.000 3,0.000 0.000-9,0.000 3.000 2,0.000-3.000-1,8.000 0.000-7,-2.000 2.000 5,-1.000-2.000-2,11.000 4.000 2,3.000-4.000 8,-3.000 0.000-6,9.000 0.000 0,0.000 0.000 5,10.000 0.000-3,6.000 0.000-2,0.000 0.000 3,0.000 0.000-7,0.000 0.000 5,-1.000-4.000-7,-2.000 2.000 1,3.000-4.000 4,0.000 3.000-5,0.000-2.000 0,-3.000-1.000 4,0.000 3.000-4,0.000 0.000 6,5.000-2.000-5,1.000-1.000 10,10.000 0.000 0,9.000 0.000-8,0.000 1.000 2,-1.000-1.000 4,4.000-1.000-7,4.000 2.000 8,-4.000 1.000-9,-3.000-2.000 3,-4.000 0.000 3,4.000 0.000-6,0.000 1.000-1,0.000-1.000 1,4.000-2.000 0,-2.000 2.000-1,-2.000-3.000 6,10.000 4.000-6,-7.000-4.000 6,-1.000 3.000-2,11.000 4.000 0,-7.000-3.000-3,10.000 1.000 2,-3.000-1.000-1,-1.000 1.000 1,-9.000-1.000-1,0.000 2.000-1,-3.000 0.000 1,-7.000 1.000-3,-5.000 2.000 0,2.000 0.000 0,-2.000 0.000 0,9.000 0.000 2,0.000 0.000 0,2.000 0.000 7,-2.000 0.000-8,-3.000 0.000-1,-1.000 0.000 7,-2.000 2.000-7,0.000 4.000 8,-8.000-1.000-8,8.000-1.000 5,-1.000 1.000 8,4.000 4.000-12,5.000-4.000 1,11.000 1.000 2,-7.000 0.000-2,13.000-4.000 11,0.000 4.000-8,-11.000-3.000 1,5.000 0.000 10,-4.000 3.000-14,-9.000-1.000 0,-1.000 1.000-2,1.000-1.000 4,-3.000 0.000 5,9.000 2.000-9,-3.000-2.000 8,7.000-1.000 5,-8.000-4.000-13,1.000 0.000 0,0.000 0.000 6,0.000 0.000-4,-4.000 0.000 7,-2.000 0.000-7,3.000 0.000 10,-3.000 0.000 0,3.000 0.000-11,3.000 0.000 3,-1.000 0.000 6,14.000 0.000-7,-7.000 0.000 13,13.000-12.000-10,-1.000-2.000 7,1.000 3.000 5,-3.000 2.000-14,5.000 0.000 6,5.000 3.000 4,-1.000-2.000-11,16.000-1.000 17,9.000 4.000-16,-6.000-4.000 4,10.000 4.000 5,-17.000 2.000-13,-9.000 3.000 0,-5.000 0.000 0,-4.000 0.000 2,-8.000 0.000 10,12.000 0.000-12,-12.000 0.000 2,8.000 0.000 6,-6.000 0.000-4,3.000 0.000-4,0.000 6.000 8,2.000 0.000-6,-5.000-5.000 4,-1.000 3.000-6,1.000 0.000 4,-3.000-3.000 11,-8.000-1.000-15,-2.000 6.000-2,-6.000-3.000 0,3.000 0.000 4,-1.000 0.000 10,-2.000-1.000-12,-4.000 2.000 2,4.000-2.000 4,0.000 1.000-3,-8.000-3.000-3,2.000 0.000 0,-7.000 3.000 0,-3.000-3.000 0,6.000 0.000 0,4.000 3.000 0,-2.000-3.000 0,11.000 0.000 0,0.000 0.000 0,0.000 0.000 0,3.000 0.000 0,7.000 0.000 0,-8.000 0.000 0,1.000 0.000 0,-3.000 0.000 0,-3.000 0.000 0,0.000 3.000 0,-11.000-3.000 0,14.000 0.000 0,0.000 2.000 0,0.000-2.000 0,19.000 4.000 0,-8.000 1.000 0,8.000-2.000 0,-3.000 5.000 0,3.000-3.000 0,-8.000 2.000 0,-1.000-2.000 0,-7.000 3.000 0,-3.000 1.000 0,5.000-3.000 0,-5.000 2.000 0,3.000-2.000 0,0.000 0.000 0,4.000 5.000 0,-1.000-5.000 0,-1.000 2.000 0,8.000-2.000 0,-7.000-3.000 0,0.000 0.000 0,9.000-3.000 0,-2.000 0.000 0,-7.000 0.000 0,3.000 0.000 0,4.000 0.000 0,5.000 0.000 0,1.000 0.000 0,3.000 0.000 0,-11.000 0.000 0,18.000 0.000 0,-7.000 0.000 0,-3.000 0.000 0,3.000 0.000 0,2.000 0.000 0,-5.000 0.000 0,3.000 0.000 0,-1.000 0.000 0,17.000 0.000 0,-10.000-3.000 0,-1.000 3.000 0,8.000-3.000 0,-3.000 3.000 0,-7.000 0.000 0,-4.000 0.000 0,1.000 0.000 0,-3.000 0.000 0,-8.000 0.000 0,-1.000 0.000 0,-1.000 0.000 0,4.000 0.000 0,-4.000 6.000 0,6.000-4.000 0,10.000 2.000 0,-6.000-4.000 0,5.000 0.000 0,-5.000 0.000 0,13.000 0.000 0,-4.000 0.000 0,7.000 0.000 0,-11.000 0.000 0,4.000 0.000 0,4.000 0.000 0,-11.000 0.000 0,7.000-12.000 0,7.000 4.000 0,3.000-7.000 0,2.000-1.000 0,4.000 1.000 0,-6.000 1.000 0,-14.000 0.000 0,1.000 3.000 0,-9.000 0.000 0,-5.000-1.000 0,-1.000 1.000 0,-4.000-1.000 0,0.000-2.000 0,-7.000 3.000 0,11.000-3.000 0,-10.000 3.000 0,-7.000 2.000 0,-2.000-2.000 0,-4.000 2.000 0,-4.000-3.000 0,-2.000 7.000 0,-3.000-4.000 0,-3.000 4.000 0,0.000-1.000 0,-7.000 3.000 0,7.000-2.000 0,-10.000-1.000 0,2.000 0.000 0,0.000-2.000 0,0.000 2.000 0,-5.000 5.000 0,3.000-4.000 0,1.000 2.000 0,2.000 1.000 0,-9.000-1.000 0,6.000 0.000 0,-3.000-3.000 0,-3.000 4.000 0,3.000 0.000 0,-3.000-2.000 0,2.000 2.000 0,9.000-2.000 0,-8.000 4.000 0,-1.000-5.000 0,-2.000 2.000 0,-3.000 3.000 0,-4.000-3.000 0,1.000 3.000 0,3.000 0.000 0,-4.000 0.000 0,1.000 0.000 0,3.000-3.000 0,3.000 3.000 0,6.000 0.000 0,-3.000 0.000 0,0.000 0.000 0,-3.000 0.000 0,0.000 0.000 0,-3.000 0.000 0,-5.000 0.000 0,0.000 0.000 0,-6.000 0.000 0,9.000 0.000 0,-12.000 0.000 0,4.000 0.000 0,5.000 0.000 0,-11.000 0.000 0,0.000 0.000 0,0.000 0.000 0,0.000-5.000 0,-35.000 2.000-48,-12.000 3.000-184,-26.000 0.000-43,4.000 14.000 76,-26.000 30.000-3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4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-1.000 174.000 88,'0.000'0.000'111,"3.000"0.000"-96,-3.000-6.000 15,0.000 6.000 13,0.000-2.000-15,3.000 2.000-12,4.000 0.000-9,2.000 0.000-2,7.000 0.000-2,3.000 0.000 2,3.000 0.000 26,-6.000 0.000-7,-7.000 0.000 9,7.000 0.000 1,-10.000 0.000-4,10.000 0.000 4,-3.000 0.000-3,6.000 0.000-11,3.000 0.000 12,3.000 0.000-16,-1.000 0.000 6,11.000 0.000 2,-7.000-4.000-8,7.000 1.000 3,0.000 3.000 2,-7.000-1.000-16,7.000-3.000 20,-10.000 4.000-6,10.000-2.000-3,-10.000-2.000-1,-1.000 2.000-5,9.000-1.000 3,-9.000 1.000 5,8.000-5.000-16,-1.000 5.000 21,7.000-4.000-13,0.000 3.000 2,0.000 3.000 4,6.000 0.000-14,13.000-2.000 13,8.000 2.000 27,8.000 0.000-33,-4.000 0.000 9,7.000 0.000-14,0.000 0.000 0,-2.000 0.000 3,18.000 0.000-7,-8.000 0.000 0,8.000 0.000 0,-1.000 0.000 0,4.000 0.000 0,-11.000 0.000 0,1.000 0.000 0,0.000 0.000 0,-7.000 0.000 0,-2.000 0.000 0,-13.000 0.000 0,10.000 2.000 0,-7.000 1.000 0,-1.000 0.000 0,8.000-3.000 0,-10.000 3.000 0,16.000-1.000 0,-14.000 1.000 0,1.000 3.000 0,10.000-1.000 0,0.000 1.000 0,-10.000-1.000 0,9.000 2.000 0,1.000-5.000 0,-1.000 4.000 0,6.000 0.000 0,6.000-3.000 0,0.000 0.000 0,-2.000 2.000 0,7.000-5.000 0,-8.000 3.000 0,1.000-3.000 0,13.000 0.000 0,-1.000 0.000 0,4.000 0.000 0,0.000 0.000 0,-11.000 0.000 0,-5.000 0.000 0,-6.000 0.000 0,-6.000 0.000 0,-16.000 0.000 0,-8.000 3.000 0,-5.000 12.000 0,4.000-8.000 0,-4.000 8.000 0,-3.000-4.000 0,0.000 3.000 0,-6.000 0.000 0,-5.000-2.000 0,5.000 2.000 0,3.000 0.000 0,-7.000 0.000 0,7.000 3.000 0,3.000-8.000 0,-3.000-1.000 0,2.000-2.000 0,1.000 0.000 0,10.000-2.000 0,-4.000 0.000 0,10.000-4.000 0,9.000 0.000 0,12.000 0.000 0,7.000 0.000 0,29.000 0.000 0,5.000-4.000 0,7.000-6.000 0,15.000-4.000 0,-15.000-1.000 0,-1.000 4.000 0,-8.000 2.000 0,-3.000 4.000 0,-5.000 5.000 0,-5.000 0.000 0,-6.000 0.000 0,-3.000 0.000 0,-11.000 0.000 0,4.000 0.000 0,-2.000 0.000 0,-4.000 5.000 0,-14.000 1.000 0,5.000 0.000 0,-10.000 2.000 0,0.000-2.000 0,-4.000 0.000 0,1.000-3.000 0,-3.000 2.000 0,-1.000-2.000 0,-5.000 0.000 0,6.000-3.000 0,-14.000 3.000 0,1.000-3.000 0,-6.000 6.000 0,3.000-4.000 0,-13.000 4.000 0,4.000 0.000 0,-7.000-1.000 0,7.000-2.000 0,-5.000 2.000 0,8.000 1.000 0,-7.000 0.000 0,13.000 0.000 0,7.000-4.000 0,-1.000 1.000 0,2.000-3.000 0,11.000 0.000 0,7.000 0.000 0,-7.000 0.000 0,3.000 0.000 0,6.000 0.000 0,4.000 0.000 0,-2.000 0.000 0,5.000 0.000 0,11.000 0.000 0,5.000-5.000 0,-4.000-1.000 0,10.000 3.000 0,-3.000 0.000 0,2.000-3.000 0,-9.000 1.000 0,7.000-1.000 0,-5.000 2.000 0,-5.000-4.000 0,-9.000 6.000 0,0.000 0.000 0,-8.000-2.000 0,2.000 4.000 0,-7.000 0.000 0,-13.000 0.000 0,6.000 0.000 0,-5.000 0.000 0,-7.000 0.000 0,0.000 0.000 0,0.000-2.000 0,-3.000-1.000 0,-6.000 3.000 0,6.000 0.000 0,-4.000-3.000 0,4.000 3.000 0,0.000-3.000 0,6.000 3.000 0,4.000-3.000 0,-7.000 1.000 0,13.000-1.000 0,-5.000-3.000 0,8.000 3.000 0,0.000 0.000 0,3.000 1.000 0,-1.000-7.000 0,11.000 4.000 0,-10.000 1.000 0,10.000 4.000 0,-10.000 0.000 0,15.000 0.000 0,4.000 0.000 0,-3.000 0.000 0,3.000-5.000 0,-1.000 2.000 0,1.000 3.000 0,-10.000-6.000 0,-2.000 2.000 0,-5.000 3.000 0,8.000-2.000 0,-10.000 3.000 0,-3.000-3.000 0,0.000 3.000 0,-11.000 0.000 0,11.000 0.000 0,0.000 0.000 0,6.000 0.000 0,4.000 0.000 0,-11.000-6.000 0,13.000-2.000 0,-5.000 0.000 0,-4.000-4.000 0,0.000 7.000 0,-4.000-4.000 0,1.000 4.000 0,0.000-1.000 0,3.000-3.000 0,0.000 6.000 0,-4.000-2.000 0,4.000 0.000 0,-3.000-4.000 0,-3.000 0.000 0,-5.000 1.000 0,8.000-7.000 0,-3.000 2.000 0,0.000 1.000 0,0.000 3.000 0,-7.000 4.000 0,4.000-1.000 0,-5.000 1.000 0,8.000 0.000 0,0.000-5.000 0,3.000 2.000 0,0.000-4.000 0,2.000 1.000 0,11.000-3.000 0,-10.000 5.000 0,0.000-2.000 0,-6.000 5.000 0,-8.000 4.000 0,2.000-4.000 0,-10.000 3.000 0,0.000 0.000 0,-10.000 0.000 0,1.000 1.000 0,6.000 2.000 0,-5.000-3.000 0,8.000 3.000 0,4.000 0.000 0,-1.000 0.000 0,0.000 0.000 0,10.000 0.000 0,-10.000-3.000 0,-3.000 0.000 0,5.000 3.000 0,-2.000 0.000 0,7.000 0.000 0,-1.000 0.000 0,-2.000 0.000 0,-4.000 0.000 0,-4.000 0.000 0,4.000 0.000 0,3.000 0.000 0,1.000 0.000 0,-4.000 0.000 0,-6.000 0.000 0,3.000 0.000 0,-11.000 0.000 0,5.000 0.000 0,9.000 0.000 0,10.000 0.000 0,3.000 0.000 0,-4.000 0.000 0,1.000 0.000 0,0.000 0.000 0,-14.000 0.000 0,4.000 0.000 0,-3.000 0.000 0,-3.000 0.000 0,-7.000 0.000 0,4.000 0.000 0,-8.000 0.000 0,5.000 0.000 0,-7.000 0.000 0,-3.000 0.000 0,0.000 3.000 0,-3.000 0.000 0,0.000 0.000 0,-3.000-1.000 0,3.000 1.000 0,-3.000-3.000 0,-7.000 6.000 0,4.000-4.000 0,3.000 4.000 0,-1.000-6.000 0,4.000 4.000 0,-3.000-4.000 0,-3.000 0.000 0,-5.000 2.000 0,3.000 2.000 0,0.000-2.000 0,0.000 1.000 0,-3.000-1.000 0,3.000-2.000 0,-6.000 3.000 0,1.000-3.000 0,4.000 0.000 0,-1.000 0.000 0,1.000 3.000 0,-10.000-3.000 0,6.000 0.000 0,-3.000 3.000 0,-3.000-3.000 0,0.000 0.000 0,0.000 0.000 0,0.000 0.000 0,0.000 0.000 0,0.000 0.000 0,3.000 0.000 0,-3.000 0.000 0,7.000 0.000 0,-7.000 0.000 0,3.000 0.000 0,0.000 0.000 0,-3.000 2.000 0,0.000-2.000 0,0.000 0.000 0,0.000 0.000 0,0.000 0.000 0,3.000 0.000 0,-3.000 0.000 0,3.000 0.000 0,-3.000 0.000 0,0.000 0.000 0,0.000 0.000 0,0.000 0.000 0,0.000 0.000 0,-6.000 3.000 0,-13.000 3.000 0,6.000 0.000-29,-2.000 2.000-250,15.000 7.000-59,0.000-7.000 44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39:13"/>
    </inkml:context>
    <inkml:brush xml:id="br0">
      <inkml:brushProperty name="width" value="0.37042" units="cm"/>
      <inkml:brushProperty name="height" value="0.37042" units="cm"/>
      <inkml:brushProperty name="color" value="#44546a"/>
      <inkml:brushProperty name="fitToCurve" value="1"/>
    </inkml:brush>
  </inkml:definitions>
  <inkml:trace contextRef="#ctx0" brushRef="#br0">22.000 4283.000 68,'-13.000'-3.000'27,"-2.000"3.000"-22,15.000 0.000 17,-5.000 0.000-2,5.000 0.000 0,-4.000 0.000-7,-2.000 0.000-4,6.000 0.000 3,-3.000 0.000 2,3.000 0.000-2,0.000 0.000 7,0.000 0.000-3,0.000 0.000 2,0.000 0.000 0,0.000 0.000 1,0.000 0.000 6,0.000 0.000-5,0.000 0.000-3,0.000 0.000 1,0.000 0.000-1,0.000 0.000 11,0.000 0.000-7,0.000 0.000-3,0.000 0.000 13,0.000 0.000-19,0.000 0.000 12,0.000 0.000 1,0.000 0.000-9,9.000 0.000 7,-5.000 0.000-8,5.000 0.000-2,15.000 0.000 8,-4.000 0.000-8,9.000 0.000 16,9.000 0.000-4,-14.000 0.000-12,-11.000 0.000 6,12.000 0.000-10,-16.000 0.000 7,14.000 0.000 7,2.000 0.000-23,-1.000 0.000 11,-6.000 0.000 5,11.000 0.000-12,-8.000 0.000 5,-9.000 0.000-1,17.000 0.000-1,-1.000 0.000 17,6.000 0.000-22,0.000-5.000 6,-6.000-3.000 4,6.000-1.000-8,10.000-4.000 10,-3.000 2.000-9,-2.000-1.000 1,5.000 2.000 12,2.000-5.000-12,32.000-5.000-4,25.000-15.000 14,84.000-26.000-10,101.000-33.000 9,108.000-26.000 12,128.000-30.000-27,106.000-23.000 0,163.000-20.000 0,143.000-25.000 0,172.000-29.000 0,180.000-25.000 0,159.000-11.000 0,147.000-27.000 0,190.000-25.000 0,179.000-17.000 0,172.000-23.000-90,165.000 18.000-150,96.000 30.000-126,25.000 52.000 142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42:16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2519.000 1091.000 112,'-5.000'0.000'6,"-6.000"0.000"1,11.000 0.000 15,0.000 0.000 2,0.000 0.000-13,0.000 0.000-5,0.000 0.000-1,0.000 0.000 5,0.000-9.000-1,0.000 1.000 0,0.000 2.000 1,0.000 0.000-3,0.000 0.000 4,0.000-2.000-3,4.000-1.000-3,3.000-3.000 1,-4.000 1.000-1,5.000-3.000-5,6.000-9.000 3,-8.000 5.000-3,16.000-5.000 5,-8.000 4.000-5,2.000-5.000 2,2.000-1.000 3,-3.000-7.000-3,18.000-1.000 3,-8.000 2.000 1,-3.000 3.000-5,-2.000 5.000 4,2.000 2.000-3,-6.000 4.000 0,4.000-3.000 4,-2.000-3.000-5,5.000-4.000 4,-4.000 5.000 0,6.000-1.000-3,-3.000 6.000 2,9.000-4.000-3,-4.000-1.000 0,-1.000-3.000 7,6.000 0.000-3,-4.000 0.000-4,6.000 8.000 4,-7.000 0.000-3,6.000-3.000 5,-8.000-4.000-3,8.000-1.000-2,0.000-2.000 7,6.000-2.000-6,2.000 4.000 3,4.000-2.000 2,1.000 2.000-8,-5.000 5.000 5,1.000-3.000-3,3.000 6.000 1,-1.000 1.000 4,0.000-3.000-5,-3.000 5.000 2,-5.000-3.000 1,-8.000 2.000-4,8.000 9.000 5,-11.000-4.000 0,4.000 0.000-5,0.000 1.000 4,-7.000 4.000 2,0.000 3.000-6,0.000-1.000 0,-6.000 0.000-1,7.000 0.000 4,-1.000 1.000 2,7.000 2.000-5,-3.000-4.000 8,-4.000 4.000-5,1.000 0.000-2,-1.000 0.000 5,-4.000 0.000-4,2.000 0.000 4,0.000 0.000-7,2.000 0.000 5,3.000 0.000 4,8.000 0.000-6,-6.000 4.000-3,4.000 1.000 6,-4.000 6.000-5,-1.000-2.000 4,3.000 3.000-3,-4.000-2.000 1,-3.000-4.000 5,4.000 3.000-7,0.000 3.000 7,-14.000-7.000 0,7.000 5.000-6,1.000-2.000 3,-7.000-2.000-2,-2.000 2.000 1,7.000 3.000 2,-8.000-5.000-4,-2.000 2.000 3,6.000 4.000-4,-8.000-5.000 5,0.000 4.000-3,6.000 1.000 0,-5.000-1.000-3,4.000 3.000 6,-5.000 0.000-6,-1.000-2.000 1,6.000-1.000-1,-5.000 1.000 4,-4.000-1.000-1,1.000 1.000-3,4.000-1.000 0,0.000 3.000 0,-4.000 1.000 0,0.000 3.000 0,4.000 1.000 4,-4.000-1.000-1,0.000-4.000-3,-3.000 4.000 0,0.000-4.000 0,0.000-2.000 0,0.000 4.000 0,0.000 5.000 2,0.000-1.000-2,0.000 4.000 2,0.000 1.000 1,0.000-2.000-3,0.000 3.000 0,0.000-3.000 2,0.000-4.000 1,-3.000 2.000-2,0.000-1.000-2,3.000-6.000 2,-10.000 0.000 0,10.000 4.000-1,-6.000-2.000 0,-5.000-1.000 2,8.000-2.000-2,3.000-8.000 2,0.000 1.000-4,-2.000-4.000 4,2.000-2.000 1,0.000 0.000-3,0.000 3.000 0,0.000-3.000 2,-4.000 0.000-2,4.000 0.000 0,0.000 0.000 0,0.000 0.000 2,0.000 0.000 0,0.000 0.000 0,0.000 0.000-2,0.000 0.000 1,0.000 0.000 1,0.000 0.000 2,0.000 0.000-1,0.000 0.000-3,0.000 0.000 11,0.000 0.000-11,0.000 0.000 4,0.000 0.000 1,0.000 0.000-5,0.000 0.000 0,0.000 0.000 0,0.000 0.000 4,0.000 0.000 0,0.000 0.000-4,0.000 3.000 0,0.000-3.000 0,0.000 0.000 0,0.000 0.000 0,9.000 0.000 2,18.000 0.000 5,-5.000 0.000 6,3.000 0.000-13,1.000 0.000 2,12.000 0.000 5,20.000-3.000-5,9.000-12.000 19,7.000 1.000-12,-4.000-1.000-1,4.000 3.000 1,6.000-3.000-9,-11.000 3.000 6,-5.000 3.000 0,-3.000 3.000-2,-7.000 0.000-4,-4.000-2.000 0,6.000 0.000 2,-9.000-1.000 5,5.000 3.000-2,-8.000 4.000 0,-6.000-2.000-3,-6.000 4.000 0,3.000-2.000 0,-2.000 2.000 2,-8.000 0.000-4,0.000 0.000 9,10.000 0.000-7,-9.000 0.000 2,12.000 0.000-1,-9.000 0.000-3,6.000 0.000 3,1.000 0.000 1,-5.000 6.000-4,7.000 0.000 7,-2.000 2.000-7,-11.000 0.000 0,8.000 1.000 2,-5.000 5.000-2,-6.000-5.000 0,8.000 3.000-2,-5.000 3.000 4,-3.000-3.000 0,-2.000 3.000 0,2.000-1.000-2,0.000 4.000 0,0.000 0.000 0,-6.000-4.000 0,0.000 3.000-2,4.000 0.000 2,-9.000 3.000 8,9.000-2.000-8,-1.000 3.000 0,-6.000-7.000 0,-3.000 2.000 2,6.000 5.000-4,-10.000-4.000 2,6.000 6.000 0,-8.000-3.000 7,6.000-2.000-6,-4.000-2.000-1,-2.000 2.000 0,-4.000 1.000 0,2.000 2.000 0,-2.000-1.000 0,0.000 0.000 0,0.000 6.000 8,0.000 1.000-8,0.000-2.000 0,0.000 3.000 0,0.000-4.000 2,0.000-6.000-2,-2.000 4.000 0,-5.000 1.000 0,-4.000-2.000 8,5.000 1.000-8,1.000-3.000 0,-6.000-4.000 0,9.000 0.000 1,-4.000-7.000-2,-2.000-2.000 1,6.000 0.000 0,2.000 0.000 1,-4.000-4.000-1,4.000 2.000 0,0.000-2.000 2,0.000-2.000 0,0.000 0.000-2,0.000 0.000 0,0.000 0.000 0,0.000 0.000 0,0.000 0.000 2,0.000 0.000-2,0.000 0.000 0,0.000 0.000-2,0.000 0.000 0,0.000 0.000 0,0.000 0.000 1,0.000 0.000-3,0.000 0.000-6,4.000 6.000 10,14.000-3.000 0,2.000 3.000 4,2.000 0.000-4,14.000-6.000 0,0.000 2.000 2,-3.000-2.000 6,22.000 0.000-8,-10.000 4.000 0,7.000 1.000 3,-5.000 7.000-1,-3.000 2.000-2,-2.000 1.000 2,0.000 1.000-2,-8.000-1.000 8,-5.000-3.000-8,0.000 3.000 0,0.000-1.000-1,-5.000 8.000 1,6.000-2.000-3,-4.000 7.000 3,-4.000 1.000 0,0.000 1.000 4,0.000 3.000-4,-8.000 2.000 0,4.000 0.000 0,-8.000 3.000 6,6.000 4.000-8,3.000-4.000 2,-6.000 5.000 0,-4.000-5.000 4,5.000 3.000 0,-8.000-1.000-4,0.000-6.000 6,1.000 10.000-6,-4.000-9.000 0,-3.000 3.000 2,0.000 3.000-2,0.000-2.000 10,0.000-6.000-10,0.000 2.000 0,0.000 4.000 4,0.000-7.000-3,-14.000 3.000 3,3.000-2.000-4,-5.000 4.000 0,-10.000 1.000 10,-3.000-2.000-10,0.000 8.000 0,-3.000 2.000 4,-6.000-5.000-2,3.000 9.000-2,-5.000-3.000 0,-10.000-5.000 0,8.000-1.000 2,-2.000-3.000-2,0.000 0.000 0,-8.000 4.000-2,5.000-1.000 4,-15.000-1.000-4,15.000 0.000 2,3.000-6.000-2,-2.000-3.000 0,21.000-7.000-2,2.000-6.000 4,7.000-6.000-2,10.000-2.000 2,-7.000 6.000-2,10.000-9.000 0,3.000-1.000 2,0.000 1.000-2,0.000-6.000 0,0.000 0.000 2,0.000 0.000-2,0.000 0.000-1,0.000 0.000 1,0.000 0.000-4,0.000 0.000 4,0.000 0.000-2,0.000 5.000 4,0.000 5.000 0,20.000-6.000 0,-4.000 6.000 4,2.000-2.000-8,5.000 3.000 6,2.000-2.000-2,14.000 3.000 8,-15.000 0.000-8,10.000-3.000 0,-10.000 4.000 2,2.000 4.000 2,0.000-3.000-4,-11.000 4.000 0,2.000 0.000 0,-1.000 1.000 0,-7.000 2.000 0,7.000 7.000 0,-3.000 1.000 5,-6.000 6.000-3,6.000 2.000 0,-4.000 4.000-2,-7.000 1.000 0,6.000 0.000 6,-8.000 5.000-6,0.000-1.000 0,0.000 4.000 2,-10.000 1.000-2,-10.000 1.000 0,9.000 0.000 0,-9.000-6.000 2,1.000 6.000-2,-4.000-10.000 0,1.000 4.000 0,-4.000 1.000 0,0.000-7.000 6,-2.000 10.000-8,-7.000-11.000 2,-4.000 5.000 0,4.000-8.000 6,10.000-5.000-6,0.000 2.000-2,-11.000 1.000 2,-6.000 3.000 0,1.000-2.000 4,2.000-3.000-4,-5.000 2.000 0,3.000 4.000 2,-10.000-1.000-2,2.000 1.000 0,5.000-1.000 6,-3.000-3.000-4,-9.000-2.000-2,9.000 2.000 0,-10.000-2.000 2,-1.000-3.000 12,-5.000 4.000-14,-8.000-6.000 0,-5.000 5.000 7,-18.000 3.000-7,5.000-3.000 0,-10.000 2.000 0,-4.000-2.000 0,2.000-1.000 2,9.000 1.000-2,-5.000-6.000 0,1.000-1.000 4,-9.000 2.000 0,-6.000-2.000-2,-4.000-2.000-2,-7.000 4.000 0,11.000-5.000 2,6.000-5.000-2,2.000-2.000-2,-9.000-4.000-2,12.000-4.000 6,5.000-7.000-4,-6.000 0.000 2,7.000 0.000 0,12.000 0.000 2,-2.000 0.000-2,1.000-4.000 0,3.000-7.000-2,11.000-4.000 2,-8.000-2.000 0,0.000-7.000 0,4.000-7.000 0,2.000 3.000 0,4.000-7.000 0,1.000 1.000 0,-6.000-1.000 0,12.000 4.000 0,7.000 2.000 0,-3.000 3.000 2,2.000 0.000 0,10.000 3.000 0,2.000-3.000-2,-5.000 0.000 0,5.000 0.000-4,-3.000-5.000 8,-6.000-1.000-4,4.000 4.000 0,-9.000-8.000 2,16.000 5.000 0,-2.000-1.000 0,0.000 4.000-2,1.000 0.000 0,5.000 1.000-2,8.000 1.000 0,3.000 4.000 0,3.000-7.000 2,-5.000 2.000 0,5.000-2.000-2,2.000 1.000-4,11.000-1.000 6,-4.000 4.000-4,10.000-2.000 4,3.000 2.000-2,0.000 2.000 2,0.000 3.000-3,0.000 3.000 1,0.000-1.000 0,0.000-2.000 0,0.000 3.000 4,0.000-9.000-4,14.000 10.000 2,-5.000-9.000 0,-7.000 11.000-2,12.000-1.000 2,-11.000 7.000 0,-3.000 8.000-2,3.000 0.000 4,-3.000 0.000 0,0.000 0.000-2,0.000 0.000 0,0.000 0.000 4,0.000 0.000 1,0.000 0.000-5,0.000 0.000 0,0.000 0.000 0,0.000 0.000 0,0.000 0.000 0,0.000 0.000 0,0.000 0.000 0,0.000 0.000 0,0.000 0.000 0,0.000 0.000 0,11.000 0.000 0,-11.000 0.000 0,0.000 0.000 0,0.000 0.000 0,0.000 0.000 0,0.000 0.000 0,0.000 0.000 0,0.000 0.000-3,0.000 0.000 6,0.000 0.000-3,0.000 0.000 0,0.000 0.000 0,0.000 0.000 0,0.000 0.000 2,0.000 0.000-2,0.000 0.000 0,0.000 0.000 0,0.000 0.000-2,0.000 0.000 2,0.000 0.000 0,0.000 0.000 4,0.000 0.000-4,0.000 0.000 0,0.000 0.000-2,0.000 0.000 6,0.000 0.000-4,0.000 0.000 2,0.000 0.000-2,0.000 0.000 0,0.000 0.000 0,0.000 0.000 0,0.000 0.000 0,0.000 0.000 2,-14.000 0.000-2,-3.000 0.000 0,2.000 3.000 4,-14.000-1.000-8,7.000 1.000 2,-13.000 1.000 2,9.000 2.000-2,-12.000-1.000 4,-4.000 1.000-4,-9.000 2.000 0,-9.000 1.000 0,-3.000 3.000 2,-15.000-4.000-5,-4.000 4.000 3,-12.000-1.000 2,11.000 1.000-6,-5.000-9.000 6,5.000 3.000-4,-1.000-4.000 4,8.000-2.000 0,-2.000 0.000-6,11.000 0.000 6,1.000-8.000 0,3.000-7.000-2,5.000-6.000 0,0.000 5.000-4,0.000-7.000 6,8.000-1.000-2,-2.000 2.000 0,10.000-7.000 0,11.000 2.000 0,-1.000-4.000-2,6.000 0.000 4,4.000 0.000-6,-3.000-6.000 6,-4.000-5.000-2,9.000 1.000 2,1.000-7.000-6,4.000 9.000 6,-4.000-2.000-2,3.000-5.000 0,5.000 11.000-3,6.000-3.000 5,1.000 2.000-2,4.000-8.000-4,-2.000 1.000 4,2.000-5.000 2,0.000-4.000-2,0.000-1.000 0,0.000-4.000 0,0.000 3.000 2,0.000-1.000-2,0.000 9.000 2,8.000-8.000-4,8.000 5.000 4,4.000 2.000-2,2.000-1.000 2,0.000 5.000 0,-3.000 0.000 0,3.000-1.000-4,0.000 5.000 4,2.000-3.000-4,5.000 3.000 4,-4.000 1.000 0,0.000 10.000-4,-6.000 1.000 7,4.000 4.000-3,-10.000 6.000 0,-4.000 3.000-3,2.000 6.000 3,-9.000 4.000 0,-2.000 4.000 0,0.000-2.000-2,0.000 2.000 2,0.000 0.000 0,0.000 0.000 2,0.000 0.000 1,0.000 0.000-3,0.000 0.000 1,0.000 0.000 1,0.000 0.000 4,0.000 0.000-6,0.000 0.000 2,0.000 0.000 6,0.000 0.000-8,0.000 0.000 0,-6.000 0.000 0,-1.000-5.000 4,-6.000-5.000-4,1.000-5.000 0,-8.000-1.000 0,-4.000-10.000-2,-10.000-6.000 4,6.000-5.000-2,-8.000-7.000 0,5.000-1.000-2,2.000-1.000 0,2.000-3.000-4,3.000 3.000 6,8.000 11.000-2,0.000 6.000 2,10.000-3.000 0,-7.000 0.000-4,4.000 1.000 4,-1.000-4.000-2,6.000 4.000 2,4.000-6.000 0,0.000 11.000-2,0.000-6.000 2,0.000-2.000-6,0.000 2.000 6,0.000-2.000-4,0.000-6.000 2,0.000-4.000 2,4.000-8.000-2,15.000-8.000 2,0.000-1.000 0,3.000-2.000-3,12.000 1.000 3,-7.000 6.000-2,6.000 4.000 2,-6.000 7.000 0,9.000 7.000-10,-8.000 4.000 10,14.000 2.000-4,-1.000-3.000 4,14.000-2.000-2,6.000-5.000 1,6.000-1.000 1,-3.000 2.000 0,3.000-3.000-5,-13.000 15.000 5,1.000 4.000 0,-11.000 2.000 0,1.000 5.000-2,-7.000 1.000 2,-2.000 3.000-2,2.000 3.000 2,0.000-7.000 0,4.000 3.000 2,6.000-1.000 0,-5.000-1.000 0,-1.000 3.000-2,-6.000-1.000 4,2.000 3.000-2,-9.000 1.000-2,0.000 2.000 0,-3.000 0.000 4,1.000 3.000-4,-5.000 1.000 2,8.000 0.000 4,-2.000-4.000-6,-5.000 3.000 5,-1.000 0.000-3,7.000-3.000 0,-6.000 3.000 4,2.000 0.000 0,0.000 1.000-6,-5.000 0.000 0,2.000 1.000 0,-3.000 4.000 4,0.000-2.000-4,20.000 2.000 0,-6.000-3.000 6,-2.000 3.000-6,7.000-3.000 0,4.000 3.000 2,2.000 0.000 0,-3.000 0.000 2,1.000 0.000-2,-4.000 0.000-2,-2.000 0.000 2,-8.000 0.000 0,-6.000 0.000-2,-2.000 0.000 0,-1.000 0.000 2,0.000 0.000-4,0.000 0.000 6,-6.000 3.000-6,13.000 0.000 2,-12.000 3.000 0,-1.000-4.000 0,5.000 5.000 0,4.000-6.000 0,-9.000 5.000 4,9.000 0.000-4,-3.000 0.000 0,-3.000 1.000 0,4.000-3.000 0,-5.000 3.000 0,1.000-1.000-2,0.000 2.000 2,-7.000-2.000 0,4.000 2.000 0,0.000 1.000 0,-6.000-4.000-2,-1.000 1.000 2,4.000-3.000 0,-7.000 3.000 0,2.000 0.000 0,-1.000-1.000 6,9.000 1.000-6,-10.000 4.000 0,1.000-2.000 0,3.000-3.000 1,-7.000 5.000-1,3.000-6.000 0,3.000 2.000 2,-4.000 2.000 4,-2.000-4.000-6,4.000-1.000 0,-4.000 2.000 0,0.000 1.000 0,7.000-3.000 0,-4.000 0.000 0,-3.000-1.000 0,2.000-2.000 4,-2.000 4.000-4,0.000-1.000 0,0.000 0.000 0,0.000-1.000 2,0.000 2.000-4,0.000-4.000 2,0.000 2.000 0,0.000 2.000 0,4.000 1.000 4,-4.000-2.000-6,0.000-1.000 2,0.000 1.000 0,0.000-3.000 0,0.000 0.000-2,0.000 6.000 2,0.000-6.000 6,0.000 0.000-6,0.000 6.000 0,0.000 0.000 0,0.000 2.000-2,0.000-2.000-2,0.000 0.000 4,0.000-3.000 0,0.000-1.000 4,0.000-2.000-4,0.000 0.000 2,0.000 0.000-2,0.000 0.000-29,0.000 0.000-88,-26.000 23.000-123,-10.000 14.000-28,5.000-18.000-12</inkml:trace>
  <inkml:trace contextRef="#ctx0" brushRef="#br0">7795.000 4949.000 41,'9.000'-7.000'21,"-5.000"-3.000"-2,10.000 3.000 3,-5.000 4.000-4,-5.000-1.000-4,-4.000 0.000 4,4.000 0.000 0,-4.000 1.000 1,0.000 3.000 9,0.000 0.000-4,0.000 0.000 5,0.000 0.000 2,0.000 0.000-6,0.000 0.000-2,-4.000 0.000-9,-18.000 0.000-8,9.000 0.000 7,-9.000 0.000-8,-5.000 0.000 1,-1.000 0.000 5,-6.000 0.000-3,-15.000 7.000-1,10.000 17.000-4,-10.000 12.000-2,-4.000 8.000 6,10.000 3.000-7,-2.000 9.000 0,10.000 3.000 0,4.000 1.000 4,9.000 3.000-8,-1.000 6.000 4,19.000 2.000 0,-5.000 3.000 0,9.000 3.000 0,0.000-2.000 0,0.000-7.000 3,13.000-9.000-3,14.000-7.000 0,13.000-11.000 3,-1.000-2.000-3,1.000-8.000 4,13.000-11.000-2,14.000-4.000-2,-9.000-11.000 7,11.000-2.000-3,3.000-3.000 5,-2.000 0.000-1,1.000 0.000 7,-1.000-11.000 2,-4.000-17.000-11,1.000-16.000-2,2.000-8.000 4,-15.000-8.000 0,3.000-3.000 0,-3.000-5.000 1,-15.000 1.000 1,10.000-1.000 7,-18.000 9.000-14,9.000 3.000 19,-19.000 13.000-3,1.000 3.000-5,5.000-1.000 6,-4.000-6.000-6,-15.000 11.000 8,-8.000 1.000 6,0.000-9.000-17,0.000-4.000-3,0.000-3.000 1,-8.000-1.000-7,-23.000 4.000 4,1.000 0.000-6,-2.000 12.000 4,-5.000 5.000-4,-1.000 3.000 5,-15.000 8.000-5,-5.000 4.000 8,-17.000 8.000-6,9.000 8.000 2,-14.000 0.000-2,22.000 0.000-2,1.000 0.000 0,23.000 0.000 0,2.000 0.000 0,6.000 0.000 0,4.000 0.000-10,-5.000 0.000 6,14.000 0.000-41,-9.000 0.000-19,-1.000 0.000-26,11.000 0.000-36,-2.000 0.000 11,14.000 5.000 2,0.000 14.000-46</inkml:trace>
  <inkml:trace contextRef="#ctx0" brushRef="#br0">9115.000 5860.000 60,'0.000'-12.000'13,"0.000"-4.000"7,15.000-1.000 8,11.000-2.000-8,4.000-5.000-2,5.000 4.000-3,1.000 2.000 1,8.000-3.000-7,-8.000 9.000 4,-6.000 2.000 3,5.000 1.000-8,10.000 1.000 0,-11.000 0.000 3,20.000-1.000 2,-9.000 5.000-1,2.000-3.000-9,6.000 7.000 11,-7.000 0.000-9,-4.000 0.000 0,8.000 0.000 0,-15.000 0.000 1,18.000 0.000 7,-18.000 15.000-6,5.000 6.000 1,-8.000-2.000 2,-2.000 7.000-1,-4.000-4.000-6,-3.000 6.000 6,-11.000-5.000-3,-7.000 5.000-2,5.000 0.000 5,-10.000 5.000-6,0.000 6.000 12,-15.000 12.000-5,-20.000 6.000 16,-13.000 5.000-11,-6.000-3.000-5,12.000 15.000-2,-16.000-16.000 1,9.000-6.000-6,-1.000-12.000 9,11.000-17.000-10,-6.000-2.000 4,10.000-17.000 0,-13.000 0.000-3,8.000-4.000 6,-5.000 0.000-4,10.000-21.000-3,5.000-22.000 3,-4.000-13.000-5,10.000 0.000 0,2.000 1.000 0,18.000-1.000-2,4.000 12.000 0,0.000-6.000 1,0.000-2.000-4,0.000 2.000 5,18.000 4.000-44,17.000 10.000-39,0.000 12.000-6,18.000 20.000-17,0.000 4.000-56</inkml:trace>
  <inkml:trace contextRef="#ctx0" brushRef="#br0">9340.000 5836.000 21,'0.000'0.000'32,"0.000"0.000"-23,0.000 0.000 12,0.000 0.000-1,0.000 0.000-10,0.000 0.000-1,0.000 0.000 3,0.000 0.000-2,0.000 0.000 3,0.000 0.000 6,0.000 0.000-6,0.000 0.000 4,0.000 0.000 2,0.000 0.000 0,0.000 0.000-6,0.000 0.000-3,0.000 0.000-4,0.000 0.000 2,0.000 0.000-8,0.000 0.000 0,0.000 0.000 0,0.000 0.000 0,0.000 0.000 0,0.000 0.000-22,0.000 0.000-38,19.000 0.000-30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42:37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-6.000 1121.000 17,'0.000'-2.000'33,"0.000"-12.000"-29,0.000 10.000 2,0.000 0.000 3,5.000 0.000-1,-5.000 4.000-2,0.000 0.000-1,10.000 0.000 3,-6.000-4.000 0,-4.000 0.000 1,4.000 0.000 0,-4.000 0.000-5,4.000 1.000 2,-4.000-2.000 0,4.000 5.000 0,10.000-8.000 2,-6.000 0.000-1,0.000-4.000-1,11.000 4.000 3,-14.000-3.000-8,13.000 2.000 2,-14.000-2.000 1,4.000 3.000-4,2.000-5.000 5,-5.000 6.000-1,-2.000-2.000 0,5.000 5.000 2,-8.000 1.000-6,5.000-2.000 2,5.000 5.000 1,2.000-8.000-3,-7.000 5.000 2,5.000-5.000-1,-2.000 0.000 0,0.000-1.000 2,-3.000 3.000-2,12.000 1.000 1,2.000-8.000 3,-11.000 10.000-3,1.000-5.000 2,-6.000 4.000-3,8.000-4.000 2,2.000-5.000-1,-13.000 10.000-1,18.000-8.000 0,-6.000 3.000 2,-12.000 4.000-1,18.000-4.000 2,-13.000-1.000-2,-2.000 7.000 2,16.000-11.000-1,-11.000-3.000-2,10.000 0.000-1,-5.000 0.000 2,9.000 0.000 0,-14.000 4.000-1,7.000 2.000-1,-7.000-1.000 3,-4.000 1.000 0,14.000 2.000-2,-10.000 3.000-1,11.000-3.000 2,-11.000 0.000-2,-3.000 0.000 3,5.000 1.000-1,-2.000-6.000-2,0.000 2.000 1,6.000 6.000-1,-9.000-7.000 0,-2.000 4.000 1,6.000 0.000-1,1.000 0.000 3,-6.000 5.000-2,4.000-2.000 1,-3.000-2.000-2,-1.000 2.000 2,-4.000 2.000-2,15.000-2.000 0,-7.000 2.000 0,-8.000-2.000 2,3.000 2.000-2,-3.000 3.000 0,0.000 0.000 1,0.000 0.000 0,0.000 0.000-1,0.000 0.000 3,0.000 0.000-3,-3.000 0.000-14,-29.000 0.000-15,-7.000 24.000 5,-6.000-1.000 11,-4.000 10.000-6,15.000-2.000 3,-9.000 1.000 6,1.000 9.000 5,-14.000-2.000 4,16.000 8.000-3,-10.000-4.000-1,2.000-7.000 3,27.000-12.000 1,3.000-5.000 0,9.000-10.000 1,-4.000-9.000 1,13.000 0.000-1,0.000 0.000 0,0.000 0.000 0,-5.000 0.000 2,5.000 0.000-2,0.000 0.000 0,0.000 0.000 0,0.000-3.000 4,0.000-13.000 8,18.000-10.000-2,9.000 4.000 2,-11.000-2.000 2,16.000 1.000-7,-1.000 0.000-4,5.000-6.000 4,-16.000 9.000 1,26.000-1.000 2,-20.000-2.000-4,9.000-5.000 1,-4.000 4.000 3,10.000-4.000-5,-2.000 0.000-2,-12.000 9.000 2,3.000-1.000-3,1.000 4.000 2,-5.000-3.000 2,1.000 3.000-5,0.000 0.000 4,-4.000 4.000-5,-15.000 4.000 0,0.000 4.000 3,-8.000 4.000-3,10.000 0.000 4,-10.000 0.000-2,0.000 0.000 1,0.000 0.000 4,-23.000 12.000-6,-25.000 24.000-1,4.000-1.000-1,-5.000 1.000-1,-1.000 7.000 1,8.000-5.000 1,1.000 0.000 0,-2.000-2.000 0,2.000-8.000 0,11.000-5.000-1,17.000-11.000 1,2.000-3.000 0,8.000-9.000 1,3.000 0.000-1,0.000 0.000-2,0.000 0.000 1,0.000 0.000-2,0.000 0.000 1,0.000 0.000 1,0.000-15.000 1,27.000-14.000 10,13.000 1.000 1,-5.000-10.000 1,4.000 2.000 0,10.000-2.000 1,-10.000 2.000-3,10.000 5.000-2,-4.000 6.000-6,-6.000-1.000 11,11.000 0.000-12,-15.000 4.000 4,-1.000 3.000 0,7.000-6.000-1,-20.000 6.000-1,16.000 2.000 2,-21.000 1.000-3,10.000 5.000 5,1.000-2.000-4,-9.000 1.000-2,-1.000 1.000 5,6.000-5.000-2,7.000-2.000-1,-7.000 3.000-1,4.000-1.000 0,-5.000 4.000 2,-6.000 1.000-4,7.000-4.000 1,-1.000 3.000-1,-9.000-1.000 1,5.000 2.000-1,1.000 6.000 0,-11.000 2.000 3,0.000-1.000-1,-3.000 4.000-2,4.000-7.000 0,-1.000-3.000 2,-3.000 3.000-2,8.000 2.000 1,-5.000 2.000-2,2.000-1.000 2,-1.000-2.000-2,4.000-8.000 1,-9.000 6.000 0,15.000-1.000 2,-11.000 6.000-2,-5.000-2.000 3,16.000 2.000-7,-11.000-5.000 8,-3.000 8.000-8,5.000-4.000 5,-6.000-4.000-1,4.000 4.000 0,-8.000 0.000 2,15.000-4.000-2,-4.000 8.000 0,-6.000-3.000 1,5.000-2.000-4,-2.000 1.000 3,-4.000 4.000 0,0.000-4.000 0,10.000 4.000 2,-9.000-4.000-2,3.000 0.000 0,-4.000 0.000 1,-4.000 4.000-2,10.000-3.000 1,-5.000 3.000 0,3.000 0.000 0,-5.000 0.000 0,2.000-5.000 0,9.000 5.000 0,-6.000 0.000 1,-4.000-3.000-2,10.000-2.000 1,-1.000 5.000 0,-13.000 0.000 4,14.000 0.000-4,-6.000 0.000 0,-3.000 0.000-3,9.000 0.000 6,-5.000 0.000-7,-1.000 0.000 5,-8.000-3.000-1,14.000 3.000 0,-6.000-5.000 3,-4.000 5.000-3,15.000 0.000 0,-11.000-4.000 0,-4.000 4.000-3,6.000 0.000 3,-2.000 0.000 0,0.000 0.000 3,-8.000 0.000-3,5.000 0.000-3,-5.000 0.000 3,10.000 0.000 0,-6.000-4.000 0,0.000 4.000 3,-4.000 0.000-3,4.000 0.000 0,-4.000 0.000 0,4.000 0.000 0,7.000 0.000-3,-11.000 0.000 3,8.000 0.000 0,-5.000 0.000 0,2.000 0.000 0,-5.000 0.000 3,0.000 0.000-3,3.000 0.000 0,8.000 0.000 0,-6.000 0.000 0,-2.000 0.000 1,-3.000 0.000-1,5.000 0.000 0,-5.000 0.000-1,3.000 0.000 2,8.000 0.000-1,-11.000 0.000 0,4.000 0.000 0,0.000 0.000 2,0.000 0.000-2,0.000 0.000 0,6.000 0.000 0,-5.000 4.000 0,-5.000 0.000 0,3.000-4.000 0,-3.000 0.000 0,0.000 0.000 3,0.000 0.000-3,0.000 0.000 0,0.000 0.000 4,0.000 0.000-3,0.000 0.000 1,0.000 0.000 5,0.000 0.000-1,-3.000 0.000 4,-28.000 0.000-10,-7.000 0.000 0,4.000 0.000 0,4.000 0.000-3,-10.000 5.000-6,0.000-2.000 3,9.000 5.000 2,-1.000 0.000 3,6.000 0.000-3,-1.000 0.000-1,1.000 1.000-3,-5.000-6.000 5,5.000 0.000-4,-1.000-3.000 2,15.000 5.000 5,-7.000-1.000-4,3.000-4.000 4,2.000 4.000 0,6.000 0.000 2,-7.000-4.000-2,11.000 0.000-3,-8.000 4.000 3,-2.000 0.000 0,4.000 4.000 0,-7.000-8.000 0,8.000 3.000 0,1.000-3.000-1,-6.000 0.000 1,14.000 0.000 0,0.000 0.000-2,0.000 0.000 2,0.000 0.000 0,0.000 0.000-4,0.000 0.000 3,0.000 0.000 0,0.000 0.000-4,0.000 0.000 4,0.000 0.000-8,0.000 0.000 6,0.000 0.000 2,14.000 0.000-4,12.000 0.000 5,1.000 0.000 0,4.000 0.000 0,0.000-11.000 1,0.000 7.000-1,-5.000 4.000 0,1.000-4.000 3,4.000 4.000-2,-19.000 0.000-1,14.000 0.000 0,1.000 0.000 0,-1.000 0.000 1,1.000 0.000-1,1.000 0.000 3,-11.000 0.000-1,-4.000 0.000 0,10.000 0.000-2,-15.000 0.000 1,14.000 0.000 1,-14.000 0.000-3,15.000 8.000 2,-15.000 0.000-1,11.000-5.000 2,-11.000 5.000-1,-5.000-3.000-1,16.000 3.000 2,-14.000 0.000-2,9.000-4.000 0,-10.000 2.000-1,4.000-4.000 1,-4.000 2.000 1,6.000 0.000 2,-2.000-1.000-3,-3.000 2.000 0,-5.000-1.000 1,3.000-1.000-2,-3.000-3.000-1,0.000 0.000 2,0.000 0.000 3,0.000 5.000-2,0.000-5.000-1,0.000 0.000 3,0.000 0.000-3,0.000 0.000 0,0.000 0.000 0,0.000 0.000 1,0.000 0.000 9,0.000 0.000-9,0.000 0.000-1,0.000 0.000-28,-34.000 0.000-56,-1.000 12.000-9,5.000 11.000-27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1:32"/>
    </inkml:context>
    <inkml:brush xml:id="br0">
      <inkml:brushProperty name="width" value="0.46667" units="cm"/>
      <inkml:brushProperty name="height" value="0.46667" units="cm"/>
      <inkml:brushProperty name="color" value="#44546a"/>
      <inkml:brushProperty name="fitToCurve" value="1"/>
    </inkml:brush>
  </inkml:definitions>
  <inkml:trace contextRef="#ctx0" brushRef="#br0">37.000 1374.000 101,'-13.000'-3.000'3,"-4.000"0.000"0,3.000-3.000 24,14.000-3.000-7,0.000-9.000-11,0.000-4.000 1,17.000-1.000 0,3.000-4.000 5,4.000-4.000-5,10.000-2.000 5,-2.000-3.000-6,20.000-12.000 5,0.000-6.000-1,29.000-12.000-6,3.000 0.000 4,12.000-3.000 0,14.000-3.000-4,14.000-1.000 5,20.000 1.000-1,26.000 0.000-4,1.000 12.000-1,6.000 5.000-6,-21.000 17.000 0,-5.000 11.000 0,-10.000 15.000 3,-14.000 12.000-4,-17.000 0.000 1,-23.000 20.000 0,-24.000 20.000 2,1.000 10.000-1,-24.000 2.000 5,-16.000 2.000 7,-15.000 6.000-8,-9.000 4.000 7,-3.000 7.000 3,-44.000 8.000-1,-19.000 8.000-2,-12.000 4.000-9,-12.000-4.000 1,-3.000 5.000 2,-11.000-10.000-5,7.000-10.000 7,17.000-18.000-5,3.000-21.000-2,17.000-17.000 10,16.000-16.000 1,15.000 0.000-3,-5.000-43.000-2,7.000-23.000-6,13.000-24.000-1,14.000-22.000-1,0.000-11.000 1,54.000-9.000-2,30.000 3.000 1,32.000-1.000-1,46.000 1.000 0,35.000-1.000-10,40.000-2.000-23,23.000 15.000-61,21.000 26.000-21,7.000 25.000-94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fld id="{3F17CDBF-85AD-434C-8603-A28338294D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fld id="{C1B8FE26-C869-4925-9C4B-CD835726406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iagBrick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.png"/><Relationship Id="rId7" Type="http://schemas.openxmlformats.org/officeDocument/2006/relationships/customXml" Target="../ink/ink4.xml"/><Relationship Id="rId6" Type="http://schemas.openxmlformats.org/officeDocument/2006/relationships/image" Target="../media/image3.png"/><Relationship Id="rId5" Type="http://schemas.openxmlformats.org/officeDocument/2006/relationships/customXml" Target="../ink/ink3.xml"/><Relationship Id="rId4" Type="http://schemas.openxmlformats.org/officeDocument/2006/relationships/image" Target="../media/image2.png"/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customXml" Target="../ink/ink9.xml"/><Relationship Id="rId8" Type="http://schemas.openxmlformats.org/officeDocument/2006/relationships/image" Target="../media/image8.png"/><Relationship Id="rId7" Type="http://schemas.openxmlformats.org/officeDocument/2006/relationships/customXml" Target="../ink/ink8.xml"/><Relationship Id="rId6" Type="http://schemas.openxmlformats.org/officeDocument/2006/relationships/image" Target="../media/image7.png"/><Relationship Id="rId5" Type="http://schemas.openxmlformats.org/officeDocument/2006/relationships/customXml" Target="../ink/ink7.xml"/><Relationship Id="rId4" Type="http://schemas.openxmlformats.org/officeDocument/2006/relationships/image" Target="../media/image6.png"/><Relationship Id="rId3" Type="http://schemas.openxmlformats.org/officeDocument/2006/relationships/customXml" Target="../ink/ink6.xml"/><Relationship Id="rId2" Type="http://schemas.openxmlformats.org/officeDocument/2006/relationships/image" Target="../media/image5.pn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0.png"/><Relationship Id="rId11" Type="http://schemas.openxmlformats.org/officeDocument/2006/relationships/customXml" Target="../ink/ink10.xml"/><Relationship Id="rId10" Type="http://schemas.openxmlformats.org/officeDocument/2006/relationships/image" Target="../media/image9.png"/><Relationship Id="rId1" Type="http://schemas.openxmlformats.org/officeDocument/2006/relationships/customXml" Target="../ink/ink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webp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customXml" Target="../ink/ink1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customXml" Target="../ink/ink13.xml"/><Relationship Id="rId2" Type="http://schemas.openxmlformats.org/officeDocument/2006/relationships/image" Target="../media/image16.png"/><Relationship Id="rId1" Type="http://schemas.openxmlformats.org/officeDocument/2006/relationships/customXml" Target="../ink/ink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customXml" Target="../ink/ink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customXml" Target="../ink/ink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icodrops.com/kickico/" TargetMode="External"/><Relationship Id="rId2" Type="http://schemas.openxmlformats.org/officeDocument/2006/relationships/image" Target="../media/image25.png"/><Relationship Id="rId1" Type="http://schemas.openxmlformats.org/officeDocument/2006/relationships/customXml" Target="../ink/ink1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.png"/><Relationship Id="rId7" Type="http://schemas.openxmlformats.org/officeDocument/2006/relationships/customXml" Target="../ink/ink20.xml"/><Relationship Id="rId6" Type="http://schemas.openxmlformats.org/officeDocument/2006/relationships/image" Target="../media/image28.png"/><Relationship Id="rId5" Type="http://schemas.openxmlformats.org/officeDocument/2006/relationships/customXml" Target="../ink/ink19.xml"/><Relationship Id="rId4" Type="http://schemas.openxmlformats.org/officeDocument/2006/relationships/image" Target="../media/image27.png"/><Relationship Id="rId3" Type="http://schemas.openxmlformats.org/officeDocument/2006/relationships/customXml" Target="../ink/ink18.xml"/><Relationship Id="rId2" Type="http://schemas.openxmlformats.org/officeDocument/2006/relationships/image" Target="../media/image26.png"/><Relationship Id="rId10" Type="http://schemas.openxmlformats.org/officeDocument/2006/relationships/notesSlide" Target="../notesSlides/notesSlide14.xml"/><Relationship Id="rId1" Type="http://schemas.openxmlformats.org/officeDocument/2006/relationships/customXml" Target="../ink/ink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406400"/>
            <a:ext cx="12192000" cy="228600"/>
            <a:chOff x="0" y="571500"/>
            <a:chExt cx="12192000" cy="228600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 rot="10800000">
            <a:off x="0" y="6235700"/>
            <a:ext cx="12192000" cy="228600"/>
            <a:chOff x="0" y="571500"/>
            <a:chExt cx="12192000" cy="228600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13"/>
          <p:cNvSpPr txBox="1"/>
          <p:nvPr/>
        </p:nvSpPr>
        <p:spPr>
          <a:xfrm rot="21412603">
            <a:off x="942340" y="2743835"/>
            <a:ext cx="1128903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CROWDFUNDING</a:t>
            </a:r>
            <a:endParaRPr lang="en-US" altLang="zh-CN" sz="96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algn="ctr"/>
            <a:r>
              <a:rPr lang="en-US" altLang="zh-CN" sz="96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BLOCKCHAIN</a:t>
            </a:r>
            <a:endParaRPr lang="en-US" altLang="zh-CN" sz="96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381586">
              <a:off x="2263007" y="3615024"/>
              <a:ext cx="8318034" cy="1531594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381586">
                <a:off x="2263007" y="3615024"/>
                <a:ext cx="8318034" cy="1531594"/>
              </a:xfrm>
              <a:prstGeom prst="rect"/>
            </p:spPr>
          </p:pic>
        </mc:Fallback>
      </mc:AlternateContent>
      <p:grpSp>
        <p:nvGrpSpPr>
          <p:cNvPr id="26" name="组合 25"/>
          <p:cNvGrpSpPr/>
          <p:nvPr/>
        </p:nvGrpSpPr>
        <p:grpSpPr>
          <a:xfrm rot="21282385">
            <a:off x="839104" y="733486"/>
            <a:ext cx="3643361" cy="2315957"/>
            <a:chOff x="1335039" y="920933"/>
            <a:chExt cx="3675281" cy="233624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r:id="rId3" p14:bwMode="auto">
              <p14:nvContentPartPr>
                <p14:cNvPr id="19" name="墨迹 18"/>
                <p14:cNvContentPartPr/>
                <p14:nvPr/>
              </p14:nvContentPartPr>
              <p14:xfrm>
                <a:off x="1335039" y="920933"/>
                <a:ext cx="3675281" cy="2336247"/>
              </p14:xfrm>
            </p:contentPart>
          </mc:Choice>
          <mc:Fallback xmlns="">
            <p:pic>
              <p:nvPicPr>
                <p:cNvPr id="19" name="墨迹 18"/>
              </p:nvPicPr>
              <p:blipFill>
                <a:blip r:embed="rId4"/>
              </p:blipFill>
              <p:spPr>
                <a:xfrm>
                  <a:off x="1335039" y="920933"/>
                  <a:ext cx="3675281" cy="2336247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5" p14:bwMode="auto">
              <p14:nvContentPartPr>
                <p14:cNvPr id="20" name="墨迹 19"/>
                <p14:cNvContentPartPr/>
                <p14:nvPr/>
              </p14:nvContentPartPr>
              <p14:xfrm>
                <a:off x="2257760" y="921140"/>
                <a:ext cx="656280" cy="407160"/>
              </p14:xfrm>
            </p:contentPart>
          </mc:Choice>
          <mc:Fallback xmlns="">
            <p:pic>
              <p:nvPicPr>
                <p:cNvPr id="20" name="墨迹 19"/>
              </p:nvPicPr>
              <p:blipFill>
                <a:blip r:embed="rId6"/>
              </p:blipFill>
              <p:spPr>
                <a:xfrm>
                  <a:off x="2257760" y="921140"/>
                  <a:ext cx="656280" cy="407160"/>
                </a:xfrm>
                <a:prstGeom prst="rect"/>
              </p:spPr>
            </p:pic>
          </mc:Fallback>
        </mc:AlternateContent>
      </p:grpSp>
      <p:sp>
        <p:nvSpPr>
          <p:cNvPr id="112" name="矩形 111"/>
          <p:cNvSpPr/>
          <p:nvPr/>
        </p:nvSpPr>
        <p:spPr>
          <a:xfrm rot="21220150">
            <a:off x="1111885" y="1269365"/>
            <a:ext cx="199009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>
              <a:lnSpc>
                <a:spcPct val="150000"/>
              </a:lnSpc>
            </a:pPr>
            <a:r>
              <a:rPr lang="en-US" altLang="zh-CN" b="1" spc="-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YUSUFJON</a:t>
            </a:r>
            <a:br>
              <a:rPr lang="en-US" altLang="zh-CN" b="1" spc="-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</a:br>
            <a:r>
              <a:rPr lang="en-US" altLang="zh-CN" b="1" spc="-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202438404</a:t>
            </a:r>
            <a:endParaRPr lang="en-US" altLang="zh-CN" b="1" spc="-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13" name="KSO_Shape"/>
          <p:cNvSpPr/>
          <p:nvPr/>
        </p:nvSpPr>
        <p:spPr bwMode="auto">
          <a:xfrm rot="2633721">
            <a:off x="9003029" y="517273"/>
            <a:ext cx="1346200" cy="1800225"/>
          </a:xfrm>
          <a:custGeom>
            <a:avLst/>
            <a:gdLst>
              <a:gd name="T0" fmla="*/ 1281616 w 634"/>
              <a:gd name="T1" fmla="*/ 39819 h 633"/>
              <a:gd name="T2" fmla="*/ 1281616 w 634"/>
              <a:gd name="T3" fmla="*/ 39819 h 633"/>
              <a:gd name="T4" fmla="*/ 0 w 634"/>
              <a:gd name="T5" fmla="*/ 878867 h 633"/>
              <a:gd name="T6" fmla="*/ 405951 w 634"/>
              <a:gd name="T7" fmla="*/ 1214486 h 633"/>
              <a:gd name="T8" fmla="*/ 656748 w 634"/>
              <a:gd name="T9" fmla="*/ 1797553 h 633"/>
              <a:gd name="T10" fmla="*/ 1313497 w 634"/>
              <a:gd name="T11" fmla="*/ 82483 h 633"/>
              <a:gd name="T12" fmla="*/ 1281616 w 634"/>
              <a:gd name="T13" fmla="*/ 39819 h 633"/>
              <a:gd name="T14" fmla="*/ 157280 w 634"/>
              <a:gd name="T15" fmla="*/ 878867 h 633"/>
              <a:gd name="T16" fmla="*/ 157280 w 634"/>
              <a:gd name="T17" fmla="*/ 878867 h 633"/>
              <a:gd name="T18" fmla="*/ 1126461 w 634"/>
              <a:gd name="T19" fmla="*/ 250292 h 633"/>
              <a:gd name="T20" fmla="*/ 437832 w 634"/>
              <a:gd name="T21" fmla="*/ 1086496 h 633"/>
              <a:gd name="T22" fmla="*/ 157280 w 634"/>
              <a:gd name="T23" fmla="*/ 878867 h 633"/>
              <a:gd name="T24" fmla="*/ 656748 w 634"/>
              <a:gd name="T25" fmla="*/ 1589924 h 633"/>
              <a:gd name="T26" fmla="*/ 656748 w 634"/>
              <a:gd name="T27" fmla="*/ 1589924 h 633"/>
              <a:gd name="T28" fmla="*/ 501594 w 634"/>
              <a:gd name="T29" fmla="*/ 1129159 h 633"/>
              <a:gd name="T30" fmla="*/ 1158342 w 634"/>
              <a:gd name="T31" fmla="*/ 290111 h 633"/>
              <a:gd name="T32" fmla="*/ 656748 w 634"/>
              <a:gd name="T33" fmla="*/ 1589924 h 6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634" h="633">
                <a:moveTo>
                  <a:pt x="603" y="14"/>
                </a:moveTo>
                <a:lnTo>
                  <a:pt x="603" y="14"/>
                </a:lnTo>
                <a:cubicBezTo>
                  <a:pt x="574" y="14"/>
                  <a:pt x="0" y="309"/>
                  <a:pt x="0" y="309"/>
                </a:cubicBezTo>
                <a:lnTo>
                  <a:pt x="191" y="427"/>
                </a:lnTo>
                <a:lnTo>
                  <a:pt x="309" y="632"/>
                </a:lnTo>
                <a:cubicBezTo>
                  <a:pt x="309" y="632"/>
                  <a:pt x="618" y="44"/>
                  <a:pt x="618" y="29"/>
                </a:cubicBezTo>
                <a:cubicBezTo>
                  <a:pt x="633" y="14"/>
                  <a:pt x="618" y="0"/>
                  <a:pt x="603" y="14"/>
                </a:cubicBezTo>
                <a:close/>
                <a:moveTo>
                  <a:pt x="74" y="309"/>
                </a:moveTo>
                <a:lnTo>
                  <a:pt x="74" y="309"/>
                </a:lnTo>
                <a:cubicBezTo>
                  <a:pt x="530" y="88"/>
                  <a:pt x="530" y="88"/>
                  <a:pt x="530" y="88"/>
                </a:cubicBezTo>
                <a:cubicBezTo>
                  <a:pt x="206" y="382"/>
                  <a:pt x="206" y="382"/>
                  <a:pt x="206" y="382"/>
                </a:cubicBezTo>
                <a:lnTo>
                  <a:pt x="74" y="309"/>
                </a:lnTo>
                <a:close/>
                <a:moveTo>
                  <a:pt x="309" y="559"/>
                </a:moveTo>
                <a:lnTo>
                  <a:pt x="309" y="559"/>
                </a:lnTo>
                <a:cubicBezTo>
                  <a:pt x="309" y="559"/>
                  <a:pt x="250" y="441"/>
                  <a:pt x="236" y="397"/>
                </a:cubicBezTo>
                <a:cubicBezTo>
                  <a:pt x="545" y="102"/>
                  <a:pt x="545" y="102"/>
                  <a:pt x="545" y="102"/>
                </a:cubicBezTo>
                <a:lnTo>
                  <a:pt x="309" y="559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wrap="none" lIns="121908" tIns="60955" rIns="121908" bIns="60955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  <a:cs typeface="+mn-cs"/>
              </a:defRPr>
            </a:lvl9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15" name="墨迹 114"/>
              <p14:cNvContentPartPr/>
              <p14:nvPr/>
            </p14:nvContentPartPr>
            <p14:xfrm>
              <a:off x="8025295" y="1297638"/>
              <a:ext cx="1112400" cy="533880"/>
            </p14:xfrm>
          </p:contentPart>
        </mc:Choice>
        <mc:Fallback xmlns="">
          <p:pic>
            <p:nvPicPr>
              <p:cNvPr id="115" name="墨迹 114"/>
            </p:nvPicPr>
            <p:blipFill>
              <a:blip r:embed="rId8"/>
            </p:blipFill>
            <p:spPr>
              <a:xfrm>
                <a:off x="8025295" y="1297638"/>
                <a:ext cx="1112400" cy="5338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41057" y="2811686"/>
            <a:ext cx="4051935" cy="1287738"/>
            <a:chOff x="4103432" y="1382936"/>
            <a:chExt cx="4051935" cy="1287738"/>
          </a:xfrm>
        </p:grpSpPr>
        <p:sp>
          <p:nvSpPr>
            <p:cNvPr id="4" name="文本框 3"/>
            <p:cNvSpPr txBox="1"/>
            <p:nvPr/>
          </p:nvSpPr>
          <p:spPr>
            <a:xfrm rot="21300000">
              <a:off x="4103432" y="1382936"/>
              <a:ext cx="405193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b="1" spc="-300" dirty="0" smtClean="0">
                  <a:ln w="28575">
                    <a:solidFill>
                      <a:srgbClr val="44546A"/>
                    </a:solidFill>
                  </a:ln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</a:rPr>
                <a:t>CONTENTS</a:t>
              </a:r>
              <a:endParaRPr lang="zh-CN" altLang="en-US" sz="60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1" p14:bwMode="auto">
              <p14:nvContentPartPr>
                <p14:cNvPr id="5" name="墨迹 4"/>
                <p14:cNvContentPartPr/>
                <p14:nvPr/>
              </p14:nvContentPartPr>
              <p14:xfrm rot="381586">
                <a:off x="5172148" y="2226204"/>
                <a:ext cx="2413900" cy="444470"/>
              </p14:xfrm>
            </p:contentPart>
          </mc:Choice>
          <mc:Fallback xmlns="">
            <p:pic>
              <p:nvPicPr>
                <p:cNvPr id="5" name="墨迹 4"/>
              </p:nvPicPr>
              <p:blipFill>
                <a:blip r:embed="rId2"/>
              </p:blipFill>
              <p:spPr>
                <a:xfrm rot="381586">
                  <a:off x="5172148" y="2226204"/>
                  <a:ext cx="2413900" cy="444470"/>
                </a:xfrm>
                <a:prstGeom prst="rect"/>
              </p:spPr>
            </p:pic>
          </mc:Fallback>
        </mc:AlternateContent>
      </p:grpSp>
      <p:sp>
        <p:nvSpPr>
          <p:cNvPr id="17" name="TextBox 58"/>
          <p:cNvSpPr txBox="1">
            <a:spLocks noChangeArrowheads="1"/>
          </p:cNvSpPr>
          <p:nvPr/>
        </p:nvSpPr>
        <p:spPr bwMode="auto">
          <a:xfrm>
            <a:off x="6880224" y="2636584"/>
            <a:ext cx="5100633" cy="62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/>
            <a:r>
              <a:rPr lang="en-US" altLang="zh-CN" sz="36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5 types:pros/cons</a:t>
            </a:r>
            <a:endParaRPr lang="en-US" altLang="zh-CN" sz="36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8" name="TextBox 59"/>
          <p:cNvSpPr txBox="1">
            <a:spLocks noChangeArrowheads="1"/>
          </p:cNvSpPr>
          <p:nvPr/>
        </p:nvSpPr>
        <p:spPr bwMode="auto">
          <a:xfrm>
            <a:off x="6880224" y="1537106"/>
            <a:ext cx="5100633" cy="62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/>
            <a:r>
              <a:rPr lang="en-US" altLang="zh-CN" sz="36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Definition</a:t>
            </a:r>
            <a:r>
              <a:rPr lang="zh-CN" altLang="en-US" sz="36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</a:t>
            </a:r>
            <a:endParaRPr lang="zh-CN" altLang="en-US" sz="36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9" name="TextBox 68"/>
          <p:cNvSpPr txBox="1">
            <a:spLocks noChangeArrowheads="1"/>
          </p:cNvSpPr>
          <p:nvPr/>
        </p:nvSpPr>
        <p:spPr bwMode="auto">
          <a:xfrm>
            <a:off x="6880225" y="3736062"/>
            <a:ext cx="5100633" cy="62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/>
            <a:r>
              <a:rPr lang="en-US" altLang="zh-CN" sz="36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Blockchain helps?</a:t>
            </a:r>
            <a:endParaRPr lang="en-US" altLang="zh-CN" sz="36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53284" y="910476"/>
            <a:ext cx="1398905" cy="1445260"/>
            <a:chOff x="3840863" y="570952"/>
            <a:chExt cx="1398905" cy="1445260"/>
          </a:xfrm>
        </p:grpSpPr>
        <p:sp>
          <p:nvSpPr>
            <p:cNvPr id="29" name="文本框 28"/>
            <p:cNvSpPr txBox="1"/>
            <p:nvPr/>
          </p:nvSpPr>
          <p:spPr>
            <a:xfrm>
              <a:off x="3840863" y="570952"/>
              <a:ext cx="1398905" cy="1445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spc="-300" dirty="0" smtClean="0">
                  <a:ln w="28575">
                    <a:solidFill>
                      <a:srgbClr val="44546A"/>
                    </a:solidFill>
                  </a:ln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</a:rPr>
                <a:t>1</a:t>
              </a:r>
              <a:endParaRPr lang="en-US" altLang="zh-CN" sz="88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3" p14:bwMode="auto">
              <p14:nvContentPartPr>
                <p14:cNvPr id="30" name="墨迹 29"/>
                <p14:cNvContentPartPr/>
                <p14:nvPr/>
              </p14:nvContentPartPr>
              <p14:xfrm rot="381586">
                <a:off x="4258542" y="1705619"/>
                <a:ext cx="845167" cy="155620"/>
              </p14:xfrm>
            </p:contentPart>
          </mc:Choice>
          <mc:Fallback xmlns="">
            <p:pic>
              <p:nvPicPr>
                <p:cNvPr id="30" name="墨迹 29"/>
              </p:nvPicPr>
              <p:blipFill>
                <a:blip r:embed="rId4"/>
              </p:blipFill>
              <p:spPr>
                <a:xfrm rot="381586">
                  <a:off x="4258542" y="1705619"/>
                  <a:ext cx="845167" cy="155620"/>
                </a:xfrm>
                <a:prstGeom prst="rect"/>
              </p:spPr>
            </p:pic>
          </mc:Fallback>
        </mc:AlternateContent>
      </p:grpSp>
      <p:grpSp>
        <p:nvGrpSpPr>
          <p:cNvPr id="43" name="组合 42"/>
          <p:cNvGrpSpPr/>
          <p:nvPr/>
        </p:nvGrpSpPr>
        <p:grpSpPr>
          <a:xfrm>
            <a:off x="5353284" y="1985531"/>
            <a:ext cx="1398925" cy="1445260"/>
            <a:chOff x="3840863" y="563332"/>
            <a:chExt cx="1398925" cy="1445260"/>
          </a:xfrm>
        </p:grpSpPr>
        <p:sp>
          <p:nvSpPr>
            <p:cNvPr id="44" name="文本框 43"/>
            <p:cNvSpPr txBox="1"/>
            <p:nvPr/>
          </p:nvSpPr>
          <p:spPr>
            <a:xfrm>
              <a:off x="3840863" y="563332"/>
              <a:ext cx="1398925" cy="1445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spc="-300" dirty="0" smtClean="0">
                  <a:ln w="28575">
                    <a:solidFill>
                      <a:srgbClr val="44546A"/>
                    </a:solidFill>
                  </a:ln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</a:rPr>
                <a:t>2</a:t>
              </a:r>
              <a:endParaRPr lang="en-US" altLang="zh-CN" sz="88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5" p14:bwMode="auto">
              <p14:nvContentPartPr>
                <p14:cNvPr id="45" name="墨迹 44"/>
                <p14:cNvContentPartPr/>
                <p14:nvPr/>
              </p14:nvContentPartPr>
              <p14:xfrm rot="381586">
                <a:off x="4258542" y="1705619"/>
                <a:ext cx="845167" cy="155620"/>
              </p14:xfrm>
            </p:contentPart>
          </mc:Choice>
          <mc:Fallback xmlns="">
            <p:pic>
              <p:nvPicPr>
                <p:cNvPr id="45" name="墨迹 44"/>
              </p:nvPicPr>
              <p:blipFill>
                <a:blip r:embed="rId6"/>
              </p:blipFill>
              <p:spPr>
                <a:xfrm rot="381586">
                  <a:off x="4258542" y="1705619"/>
                  <a:ext cx="845167" cy="155620"/>
                </a:xfrm>
                <a:prstGeom prst="rect"/>
              </p:spPr>
            </p:pic>
          </mc:Fallback>
        </mc:AlternateContent>
      </p:grpSp>
      <p:grpSp>
        <p:nvGrpSpPr>
          <p:cNvPr id="46" name="组合 45"/>
          <p:cNvGrpSpPr/>
          <p:nvPr/>
        </p:nvGrpSpPr>
        <p:grpSpPr>
          <a:xfrm>
            <a:off x="5353284" y="3158076"/>
            <a:ext cx="1398905" cy="1445260"/>
            <a:chOff x="3840863" y="567142"/>
            <a:chExt cx="1398905" cy="1445260"/>
          </a:xfrm>
        </p:grpSpPr>
        <p:sp>
          <p:nvSpPr>
            <p:cNvPr id="47" name="文本框 46"/>
            <p:cNvSpPr txBox="1"/>
            <p:nvPr/>
          </p:nvSpPr>
          <p:spPr>
            <a:xfrm>
              <a:off x="3840863" y="567142"/>
              <a:ext cx="1398905" cy="1445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spc="-300" dirty="0" smtClean="0">
                  <a:ln w="28575">
                    <a:solidFill>
                      <a:srgbClr val="44546A"/>
                    </a:solidFill>
                  </a:ln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</a:rPr>
                <a:t>3</a:t>
              </a:r>
              <a:endParaRPr lang="en-US" altLang="zh-CN" sz="88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7" p14:bwMode="auto">
              <p14:nvContentPartPr>
                <p14:cNvPr id="48" name="墨迹 47"/>
                <p14:cNvContentPartPr/>
                <p14:nvPr/>
              </p14:nvContentPartPr>
              <p14:xfrm rot="381586">
                <a:off x="4258542" y="1705619"/>
                <a:ext cx="845167" cy="155620"/>
              </p14:xfrm>
            </p:contentPart>
          </mc:Choice>
          <mc:Fallback xmlns="">
            <p:pic>
              <p:nvPicPr>
                <p:cNvPr id="48" name="墨迹 47"/>
              </p:nvPicPr>
              <p:blipFill>
                <a:blip r:embed="rId8"/>
              </p:blipFill>
              <p:spPr>
                <a:xfrm rot="381586">
                  <a:off x="4258542" y="1705619"/>
                  <a:ext cx="845167" cy="155620"/>
                </a:xfrm>
                <a:prstGeom prst="rect"/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23" name="墨迹 22"/>
              <p14:cNvContentPartPr/>
              <p14:nvPr/>
            </p14:nvContentPartPr>
            <p14:xfrm>
              <a:off x="4635400" y="1153340"/>
              <a:ext cx="712440" cy="474984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10"/>
            </p:blipFill>
            <p:spPr>
              <a:xfrm>
                <a:off x="4635400" y="1153340"/>
                <a:ext cx="712440" cy="4749840"/>
              </a:xfrm>
              <a:prstGeom prst="rect"/>
            </p:spPr>
          </p:pic>
        </mc:Fallback>
      </mc:AlternateContent>
      <p:sp>
        <p:nvSpPr>
          <p:cNvPr id="3" name="TextBox 68"/>
          <p:cNvSpPr txBox="1">
            <a:spLocks noChangeArrowheads="1"/>
          </p:cNvSpPr>
          <p:nvPr/>
        </p:nvSpPr>
        <p:spPr bwMode="auto">
          <a:xfrm>
            <a:off x="6875145" y="4835882"/>
            <a:ext cx="5100633" cy="62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SimSun" pitchFamily="2" charset="-122"/>
              </a:defRPr>
            </a:lvl9pPr>
          </a:lstStyle>
          <a:p>
            <a:pPr eaLnBrk="1" hangingPunct="1"/>
            <a:r>
              <a:rPr lang="en-US" altLang="zh-CN" sz="36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Use Case Example</a:t>
            </a:r>
            <a:endParaRPr lang="en-US" altLang="zh-CN" sz="36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grpSp>
        <p:nvGrpSpPr>
          <p:cNvPr id="7" name="组合 45"/>
          <p:cNvGrpSpPr/>
          <p:nvPr/>
        </p:nvGrpSpPr>
        <p:grpSpPr>
          <a:xfrm>
            <a:off x="5348204" y="4257896"/>
            <a:ext cx="1398905" cy="1445260"/>
            <a:chOff x="3840863" y="567142"/>
            <a:chExt cx="1398905" cy="1445260"/>
          </a:xfrm>
        </p:grpSpPr>
        <p:sp>
          <p:nvSpPr>
            <p:cNvPr id="8" name="文本框 46"/>
            <p:cNvSpPr txBox="1"/>
            <p:nvPr/>
          </p:nvSpPr>
          <p:spPr>
            <a:xfrm>
              <a:off x="3840863" y="567142"/>
              <a:ext cx="1398905" cy="1445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spc="-300" dirty="0" smtClean="0">
                  <a:ln w="28575">
                    <a:solidFill>
                      <a:srgbClr val="44546A"/>
                    </a:solidFill>
                  </a:ln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</a:rPr>
                <a:t>4</a:t>
              </a:r>
              <a:endParaRPr lang="en-US" altLang="zh-CN" sz="88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11" p14:bwMode="auto">
              <p14:nvContentPartPr>
                <p14:cNvPr id="9" name="墨迹 47"/>
                <p14:cNvContentPartPr/>
                <p14:nvPr/>
              </p14:nvContentPartPr>
              <p14:xfrm rot="381586">
                <a:off x="4258542" y="1705619"/>
                <a:ext cx="845167" cy="155620"/>
              </p14:xfrm>
            </p:contentPart>
          </mc:Choice>
          <mc:Fallback xmlns="">
            <p:pic>
              <p:nvPicPr>
                <p:cNvPr id="9" name="墨迹 47"/>
              </p:nvPicPr>
              <p:blipFill>
                <a:blip r:embed="rId12"/>
              </p:blipFill>
              <p:spPr>
                <a:xfrm rot="381586">
                  <a:off x="4258542" y="1705619"/>
                  <a:ext cx="845167" cy="155620"/>
                </a:xfrm>
                <a:prstGeom prst="rect"/>
              </p:spPr>
            </p:pic>
          </mc:Fallback>
        </mc:AlternateContent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文本框 13"/>
          <p:cNvSpPr txBox="1"/>
          <p:nvPr/>
        </p:nvSpPr>
        <p:spPr>
          <a:xfrm rot="21412603">
            <a:off x="492760" y="1729740"/>
            <a:ext cx="11289030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You ask for </a:t>
            </a:r>
            <a:r>
              <a:rPr lang="en-US" altLang="zh-CN" sz="8800" b="1" spc="-3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money </a:t>
            </a:r>
            <a:r>
              <a:rPr lang="en-US" altLang="zh-CN" sz="88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for your bussiness ?!</a:t>
            </a:r>
            <a:endParaRPr lang="en-US" altLang="zh-CN" sz="88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文本框 13"/>
          <p:cNvSpPr txBox="1"/>
          <p:nvPr/>
        </p:nvSpPr>
        <p:spPr>
          <a:xfrm>
            <a:off x="347980" y="675005"/>
            <a:ext cx="5688330" cy="550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it just </a:t>
            </a:r>
            <a:endParaRPr lang="en-US" altLang="zh-CN" sz="88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algn="ctr"/>
            <a:r>
              <a:rPr lang="en-US" altLang="zh-CN" sz="88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starts </a:t>
            </a:r>
            <a:endParaRPr lang="en-US" altLang="zh-CN" sz="88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algn="ctr"/>
            <a:r>
              <a:rPr lang="en-US" altLang="zh-CN" sz="8800" b="1" spc="-300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pouring </a:t>
            </a:r>
            <a:endParaRPr lang="en-US" altLang="zh-CN" sz="8800" b="1" spc="-30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algn="ctr"/>
            <a:r>
              <a:rPr lang="en-US" altLang="zh-CN" sz="88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in... </a:t>
            </a:r>
            <a:endParaRPr lang="en-US" altLang="zh-CN" sz="88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6557645" y="1004570"/>
            <a:ext cx="4911725" cy="44951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文本框 13"/>
          <p:cNvSpPr txBox="1"/>
          <p:nvPr/>
        </p:nvSpPr>
        <p:spPr>
          <a:xfrm>
            <a:off x="0" y="1238885"/>
            <a:ext cx="614299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Sometimes </a:t>
            </a:r>
            <a:endParaRPr lang="en-US" altLang="zh-CN" sz="88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algn="ctr"/>
            <a:r>
              <a:rPr lang="en-US" altLang="zh-CN" sz="88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but </a:t>
            </a:r>
            <a:r>
              <a:rPr lang="en-US" altLang="zh-CN" sz="8800" b="1" spc="-30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not always</a:t>
            </a:r>
            <a:endParaRPr lang="en-US" altLang="zh-CN" sz="8800" b="1" spc="-300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7292975" y="1832610"/>
            <a:ext cx="3067685" cy="28117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93353" y="2407089"/>
            <a:ext cx="177800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b="1" spc="-300" dirty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1</a:t>
            </a:r>
            <a:endParaRPr lang="en-US" altLang="zh-CN" sz="13800" b="1" spc="-300" dirty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32955" y="360107"/>
            <a:ext cx="10463530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Traditional vs </a:t>
            </a:r>
            <a:r>
              <a:rPr lang="en-US" altLang="zh-CN" sz="5400" b="1" spc="300" dirty="0">
                <a:solidFill>
                  <a:schemeClr val="accent5">
                    <a:lumMod val="75000"/>
                  </a:schemeClr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Crowdfunding</a:t>
            </a:r>
            <a:endParaRPr lang="en-US" altLang="zh-CN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0" y="56515"/>
            <a:ext cx="12192000" cy="228600"/>
            <a:chOff x="0" y="571500"/>
            <a:chExt cx="12192000" cy="2286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 rot="10800000">
            <a:off x="0" y="6235700"/>
            <a:ext cx="12192000" cy="228600"/>
            <a:chOff x="0" y="571500"/>
            <a:chExt cx="12192000" cy="22860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矩形 14"/>
          <p:cNvSpPr/>
          <p:nvPr/>
        </p:nvSpPr>
        <p:spPr>
          <a:xfrm>
            <a:off x="6811645" y="3948430"/>
            <a:ext cx="4546600" cy="1776095"/>
          </a:xfrm>
          <a:prstGeom prst="rect">
            <a:avLst/>
          </a:prstGeom>
        </p:spPr>
        <p:txBody>
          <a:bodyPr wrap="none" lIns="68571" tIns="34285" rIns="68571" bIns="34285">
            <a:noAutofit/>
          </a:bodyPr>
          <a:lstStyle/>
          <a:p>
            <a:pPr indent="0" algn="l">
              <a:buFont typeface="Wingdings" panose="05000000000000000000" charset="0"/>
              <a:buNone/>
            </a:pPr>
            <a:r>
              <a:rPr lang="en-US" altLang="zh-CN" sz="2800" b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When </a:t>
            </a:r>
            <a:r>
              <a:rPr lang="en-US" altLang="zh-CN" sz="2800" b="1" dirty="0">
                <a:solidFill>
                  <a:srgbClr val="00B050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many </a:t>
            </a:r>
            <a:r>
              <a:rPr lang="en-US" altLang="zh-CN" sz="2800" b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individuals</a:t>
            </a:r>
            <a:endParaRPr lang="en-US" altLang="zh-CN" sz="2800" b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indent="0" algn="l">
              <a:buFont typeface="Wingdings" panose="05000000000000000000" charset="0"/>
              <a:buNone/>
            </a:pPr>
            <a:r>
              <a:rPr lang="en-US" altLang="zh-CN" sz="2800" b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each give small</a:t>
            </a:r>
            <a:endParaRPr lang="en-US" altLang="zh-CN" sz="2800" b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indent="0" algn="l">
              <a:buFont typeface="Wingdings" panose="05000000000000000000" charset="0"/>
              <a:buNone/>
            </a:pPr>
            <a:r>
              <a:rPr lang="en-US" altLang="zh-CN" sz="2800" b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contributions to fund </a:t>
            </a:r>
            <a:endParaRPr lang="en-US" altLang="zh-CN" sz="2800" b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indent="0" algn="l">
              <a:buFont typeface="Wingdings" panose="05000000000000000000" charset="0"/>
              <a:buNone/>
            </a:pPr>
            <a:r>
              <a:rPr lang="en-US" altLang="zh-CN" sz="2800" b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a bussiness or project</a:t>
            </a:r>
            <a:endParaRPr lang="en-US" altLang="zh-CN" sz="2800" b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1"/>
          <a:srcRect t="30305" b="5094"/>
          <a:stretch>
            <a:fillRect/>
          </a:stretch>
        </p:blipFill>
        <p:spPr>
          <a:xfrm>
            <a:off x="2564130" y="1194435"/>
            <a:ext cx="8794115" cy="2439035"/>
          </a:xfrm>
          <a:prstGeom prst="rect">
            <a:avLst/>
          </a:prstGeom>
        </p:spPr>
      </p:pic>
      <p:sp>
        <p:nvSpPr>
          <p:cNvPr id="2" name="矩形 14"/>
          <p:cNvSpPr/>
          <p:nvPr/>
        </p:nvSpPr>
        <p:spPr>
          <a:xfrm>
            <a:off x="2564130" y="3948430"/>
            <a:ext cx="4546600" cy="2200910"/>
          </a:xfrm>
          <a:prstGeom prst="rect">
            <a:avLst/>
          </a:prstGeom>
        </p:spPr>
        <p:txBody>
          <a:bodyPr wrap="none" lIns="68571" tIns="34285" rIns="68571" bIns="34285">
            <a:noAutofit/>
          </a:bodyPr>
          <a:lstStyle/>
          <a:p>
            <a:pPr indent="0" algn="l">
              <a:buFont typeface="Wingdings" panose="05000000000000000000" charset="0"/>
              <a:buNone/>
            </a:pP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When </a:t>
            </a:r>
            <a:r>
              <a:rPr lang="en-US" altLang="zh-CN" sz="2800" b="1" dirty="0">
                <a:solidFill>
                  <a:srgbClr val="C00000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a bank or few</a:t>
            </a: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</a:t>
            </a:r>
            <a:endParaRPr lang="en-US" altLang="zh-CN" sz="2800" b="1" dirty="0">
              <a:solidFill>
                <a:schemeClr val="tx2">
                  <a:lumMod val="75000"/>
                </a:schemeClr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indent="0" algn="l">
              <a:buFont typeface="Wingdings" panose="05000000000000000000" charset="0"/>
              <a:buNone/>
            </a:pP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investors give money</a:t>
            </a:r>
            <a:br>
              <a:rPr lang="en-US" altLang="zh-CN" sz="2800" b="1" dirty="0">
                <a:solidFill>
                  <a:schemeClr val="tx2">
                    <a:lumMod val="75000"/>
                  </a:schemeClr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</a:b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to fund </a:t>
            </a:r>
            <a:endParaRPr lang="en-US" altLang="zh-CN" sz="2800" b="1" dirty="0">
              <a:solidFill>
                <a:schemeClr val="tx2">
                  <a:lumMod val="75000"/>
                </a:schemeClr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indent="0" algn="l">
              <a:buFont typeface="Wingdings" panose="05000000000000000000" charset="0"/>
              <a:buNone/>
            </a:pP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a bussiness or project</a:t>
            </a:r>
            <a:endParaRPr lang="en-US" altLang="zh-CN" sz="2800" b="1" dirty="0">
              <a:solidFill>
                <a:schemeClr val="tx2">
                  <a:lumMod val="75000"/>
                </a:schemeClr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605092" y="32902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605092" y="329026"/>
                <a:ext cx="2032000" cy="809625"/>
              </a:xfrm>
              <a:prstGeom prst="rect"/>
            </p:spPr>
          </p:pic>
        </mc:Fallback>
      </mc:AlternateContent>
      <p:sp>
        <p:nvSpPr>
          <p:cNvPr id="6" name="矩形 5"/>
          <p:cNvSpPr/>
          <p:nvPr/>
        </p:nvSpPr>
        <p:spPr>
          <a:xfrm>
            <a:off x="3142487" y="107821"/>
            <a:ext cx="5358765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Value &amp; Scale</a:t>
            </a:r>
            <a:r>
              <a:rPr lang="zh-CN" altLang="en-US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</a:t>
            </a:r>
            <a:endParaRPr lang="zh-CN" altLang="en-US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265555"/>
            <a:ext cx="11391900" cy="522287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p:pic>
        <p:nvPicPr>
          <p:cNvPr id="5" name="Picture 4" descr="US-Reg-CF-and-Reward-platfor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25" y="1597025"/>
            <a:ext cx="5884545" cy="426593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045960" y="3164205"/>
            <a:ext cx="4745990" cy="897890"/>
          </a:xfrm>
          <a:prstGeom prst="rect">
            <a:avLst/>
          </a:prstGeom>
        </p:spPr>
        <p:txBody>
          <a:bodyPr wrap="square" lIns="68571" tIns="34285" rIns="68571" bIns="34285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lvl="1" algn="l"/>
            <a:r>
              <a:rPr lang="en-US" altLang="zh-CN" sz="5400" b="1" spc="300" dirty="0">
                <a:ln/>
                <a:solidFill>
                  <a:schemeClr val="accent4"/>
                </a:solidFill>
                <a:effectLst/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$16.2 billion</a:t>
            </a:r>
            <a:endParaRPr lang="en-US" altLang="zh-CN" sz="5400" b="1" spc="300" dirty="0">
              <a:ln/>
              <a:solidFill>
                <a:schemeClr val="accent4"/>
              </a:solidFill>
              <a:effectLst/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440468" y="1658424"/>
            <a:ext cx="1778000" cy="376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b="1" spc="-300" dirty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2</a:t>
            </a:r>
            <a:endParaRPr lang="en-US" altLang="zh-CN" sz="23900" b="1" spc="-300" dirty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077575" y="1209102"/>
            <a:ext cx="5241290" cy="1729105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l"/>
            <a:r>
              <a:rPr lang="en-US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5 Types of </a:t>
            </a:r>
            <a:endParaRPr lang="en-US" altLang="zh-CN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0" lvl="1" algn="l"/>
            <a:r>
              <a:rPr lang="en-US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Crowdfunding</a:t>
            </a:r>
            <a:endParaRPr lang="en-US" altLang="zh-CN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3" name="墨迹 2"/>
              <p14:cNvContentPartPr/>
              <p14:nvPr/>
            </p14:nvContentPartPr>
            <p14:xfrm>
              <a:off x="5041440" y="3196639"/>
              <a:ext cx="5904720" cy="13104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2"/>
            </p:blipFill>
            <p:spPr>
              <a:xfrm>
                <a:off x="5041440" y="3196639"/>
                <a:ext cx="5904720" cy="131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" name="墨迹 4"/>
              <p14:cNvContentPartPr/>
              <p14:nvPr/>
            </p14:nvContentPartPr>
            <p14:xfrm>
              <a:off x="5041370" y="4820334"/>
              <a:ext cx="6123960" cy="15192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4"/>
            </p:blipFill>
            <p:spPr>
              <a:xfrm>
                <a:off x="5041370" y="4820334"/>
                <a:ext cx="6123960" cy="151920"/>
              </a:xfrm>
              <a:prstGeom prst="rect"/>
            </p:spPr>
          </p:pic>
        </mc:Fallback>
      </mc:AlternateContent>
      <p:grpSp>
        <p:nvGrpSpPr>
          <p:cNvPr id="11" name="组合 10"/>
          <p:cNvGrpSpPr/>
          <p:nvPr/>
        </p:nvGrpSpPr>
        <p:grpSpPr>
          <a:xfrm>
            <a:off x="4981726" y="3586847"/>
            <a:ext cx="5087620" cy="954847"/>
            <a:chOff x="5973738" y="4953001"/>
            <a:chExt cx="5087620" cy="954847"/>
          </a:xfrm>
        </p:grpSpPr>
        <p:sp>
          <p:nvSpPr>
            <p:cNvPr id="12" name="矩形 11"/>
            <p:cNvSpPr/>
            <p:nvPr/>
          </p:nvSpPr>
          <p:spPr>
            <a:xfrm>
              <a:off x="5973738" y="4953001"/>
              <a:ext cx="1749425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indent="-342900" algn="l">
                <a:buFont typeface="Wingdings" panose="05000000000000000000" charset="0"/>
                <a:buChar char="ü"/>
              </a:pPr>
              <a:r>
                <a:rPr lang="en-US" altLang="zh-CN" sz="2400" b="1" dirty="0" smtClean="0"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</a:rPr>
                <a:t>Rewards</a:t>
              </a:r>
              <a:endParaRPr lang="en-US" altLang="zh-CN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8567360" y="4953001"/>
              <a:ext cx="1715836" cy="438572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indent="-342900">
                <a:buFont typeface="IBM Plex Sans" panose="020B0503050203000203" charset="0"/>
                <a:buChar char="ü"/>
              </a:pPr>
              <a:endParaRPr lang="zh-CN" altLang="en-US" sz="2400" b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262403" y="4979478"/>
              <a:ext cx="1798955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lang="en-US" sz="2400" b="1" dirty="0" smtClean="0"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  <a:sym typeface="+mn-ea"/>
                </a:rPr>
                <a:t>Donation</a:t>
              </a:r>
              <a:endParaRPr lang="en-US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992560" y="5471603"/>
              <a:ext cx="1409700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lang="en-US" altLang="zh-CN" sz="2400" b="1" dirty="0" smtClean="0"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  <a:sym typeface="+mn-ea"/>
                </a:rPr>
                <a:t>Equity</a:t>
              </a:r>
              <a:endParaRPr lang="en-US" altLang="zh-CN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7875845" y="4965508"/>
              <a:ext cx="1156335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lang="en-US" sz="2400" b="1" dirty="0" smtClean="0"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  <a:sym typeface="+mn-ea"/>
                </a:rPr>
                <a:t>Debt</a:t>
              </a:r>
              <a:endParaRPr lang="en-US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0" y="406400"/>
            <a:ext cx="12192000" cy="228600"/>
            <a:chOff x="0" y="571500"/>
            <a:chExt cx="12192000" cy="2286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 rot="10800000">
            <a:off x="0" y="6235700"/>
            <a:ext cx="12192000" cy="228600"/>
            <a:chOff x="0" y="571500"/>
            <a:chExt cx="12192000" cy="22860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矩形 14"/>
          <p:cNvSpPr/>
          <p:nvPr/>
        </p:nvSpPr>
        <p:spPr>
          <a:xfrm>
            <a:off x="7711238" y="4079414"/>
            <a:ext cx="1579880" cy="436245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342900" lvl="0" indent="-342900" algn="l">
              <a:buClrTx/>
              <a:buSzTx/>
              <a:buFont typeface="Wingdings" panose="05000000000000000000" charset="0"/>
              <a:buChar char="ü"/>
            </a:pPr>
            <a:r>
              <a:rPr lang="en-US" altLang="zh-CN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Royalty</a:t>
            </a:r>
            <a:endParaRPr lang="en-US" altLang="zh-CN" sz="2400" b="1" dirty="0" smtClean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9922" y="250696"/>
            <a:ext cx="5244465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Rewards Type</a:t>
            </a:r>
            <a:endParaRPr lang="zh-CN" altLang="en-US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p:sp>
        <p:nvSpPr>
          <p:cNvPr id="7" name="流程图: 过程 6"/>
          <p:cNvSpPr/>
          <p:nvPr/>
        </p:nvSpPr>
        <p:spPr>
          <a:xfrm>
            <a:off x="1174750" y="2954655"/>
            <a:ext cx="4321175" cy="3068955"/>
          </a:xfrm>
          <a:prstGeom prst="flowChartProcess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8" name="流程图: 过程 7"/>
          <p:cNvSpPr/>
          <p:nvPr/>
        </p:nvSpPr>
        <p:spPr>
          <a:xfrm>
            <a:off x="1174750" y="2424114"/>
            <a:ext cx="4321175" cy="539750"/>
          </a:xfrm>
          <a:prstGeom prst="flowChartProcess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9" name="文本框 40"/>
          <p:cNvSpPr txBox="1">
            <a:spLocks noChangeArrowheads="1"/>
          </p:cNvSpPr>
          <p:nvPr/>
        </p:nvSpPr>
        <p:spPr bwMode="auto">
          <a:xfrm>
            <a:off x="2266742" y="2431734"/>
            <a:ext cx="97345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lvl="0" algn="l"/>
            <a:r>
              <a:rPr lang="en-US" altLang="zh-CN" sz="2800" b="1" dirty="0">
                <a:solidFill>
                  <a:prstClr val="white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Pros</a:t>
            </a:r>
            <a:endParaRPr lang="en-US" altLang="zh-CN" sz="2800" b="1" dirty="0">
              <a:solidFill>
                <a:prstClr val="white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1" name="流程图: 过程 10"/>
          <p:cNvSpPr/>
          <p:nvPr/>
        </p:nvSpPr>
        <p:spPr>
          <a:xfrm>
            <a:off x="6684963" y="2424114"/>
            <a:ext cx="4319587" cy="3598863"/>
          </a:xfrm>
          <a:prstGeom prst="flowChartProcess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2" name="流程图: 过程 11"/>
          <p:cNvSpPr/>
          <p:nvPr/>
        </p:nvSpPr>
        <p:spPr>
          <a:xfrm>
            <a:off x="6684963" y="2424114"/>
            <a:ext cx="4319587" cy="539750"/>
          </a:xfrm>
          <a:prstGeom prst="flowChartProcess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3" name="文本框 40"/>
          <p:cNvSpPr txBox="1">
            <a:spLocks noChangeArrowheads="1"/>
          </p:cNvSpPr>
          <p:nvPr/>
        </p:nvSpPr>
        <p:spPr bwMode="auto">
          <a:xfrm>
            <a:off x="7903637" y="2431734"/>
            <a:ext cx="10712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lvl="0" algn="l"/>
            <a:r>
              <a:rPr lang="en-US" altLang="zh-CN" sz="2800" b="1" dirty="0">
                <a:solidFill>
                  <a:schemeClr val="bg1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Cons</a:t>
            </a:r>
            <a:endParaRPr lang="en-US" altLang="zh-CN" sz="2800" b="1" dirty="0">
              <a:solidFill>
                <a:schemeClr val="bg1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4" name="矩形 7"/>
          <p:cNvSpPr>
            <a:spLocks noChangeArrowheads="1"/>
          </p:cNvSpPr>
          <p:nvPr/>
        </p:nvSpPr>
        <p:spPr bwMode="auto">
          <a:xfrm>
            <a:off x="1473200" y="3315970"/>
            <a:ext cx="3810000" cy="2399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342900" indent="-34290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Low bar entry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Can generate buzz for your bussiness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Doubles as market research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5" name="矩形 7"/>
          <p:cNvSpPr>
            <a:spLocks noChangeArrowheads="1"/>
          </p:cNvSpPr>
          <p:nvPr/>
        </p:nvSpPr>
        <p:spPr bwMode="auto">
          <a:xfrm>
            <a:off x="6851015" y="3315970"/>
            <a:ext cx="3949700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Most campaigns are not successful: $10k: 14%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You’ll need spend some money for promotion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Takes 3 to 6 months to prep and run campaign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pic>
        <p:nvPicPr>
          <p:cNvPr id="18" name="Picture 17" descr="Kickstarter_logo_2019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340" y="426720"/>
            <a:ext cx="5515610" cy="607695"/>
          </a:xfrm>
          <a:prstGeom prst="rect">
            <a:avLst/>
          </a:prstGeom>
        </p:spPr>
      </p:pic>
      <p:sp>
        <p:nvSpPr>
          <p:cNvPr id="19" name="矩形 11"/>
          <p:cNvSpPr/>
          <p:nvPr/>
        </p:nvSpPr>
        <p:spPr>
          <a:xfrm>
            <a:off x="510691" y="1237347"/>
            <a:ext cx="9452610" cy="436245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342900" indent="-342900" algn="l">
              <a:buFont typeface="Wingdings" panose="05000000000000000000" charset="0"/>
              <a:buChar char="ü"/>
            </a:pPr>
            <a:r>
              <a:rPr lang="en-US" altLang="zh-CN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Investors get </a:t>
            </a:r>
            <a:r>
              <a:rPr lang="en-US" altLang="zh-CN" sz="2400" b="1" dirty="0" smtClean="0">
                <a:solidFill>
                  <a:srgbClr val="44546A"/>
                </a:solidFill>
                <a:highlight>
                  <a:srgbClr val="00FF00"/>
                </a:highlight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rewards </a:t>
            </a:r>
            <a:r>
              <a:rPr lang="en-US" altLang="zh-CN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in exchange for monetary contributions</a:t>
            </a:r>
            <a:endParaRPr lang="en-US" altLang="zh-CN" sz="2400" b="1" dirty="0" smtClean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22172" y="250696"/>
            <a:ext cx="7794625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Equity Crowdfunding</a:t>
            </a:r>
            <a:endParaRPr lang="en-US" altLang="zh-CN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p:sp>
        <p:nvSpPr>
          <p:cNvPr id="7" name="流程图: 过程 6"/>
          <p:cNvSpPr/>
          <p:nvPr/>
        </p:nvSpPr>
        <p:spPr>
          <a:xfrm>
            <a:off x="1174750" y="2954655"/>
            <a:ext cx="4321175" cy="3068955"/>
          </a:xfrm>
          <a:prstGeom prst="flowChartProcess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8" name="流程图: 过程 7"/>
          <p:cNvSpPr/>
          <p:nvPr/>
        </p:nvSpPr>
        <p:spPr>
          <a:xfrm>
            <a:off x="1174750" y="2424114"/>
            <a:ext cx="4321175" cy="539750"/>
          </a:xfrm>
          <a:prstGeom prst="flowChartProcess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9" name="文本框 40"/>
          <p:cNvSpPr txBox="1">
            <a:spLocks noChangeArrowheads="1"/>
          </p:cNvSpPr>
          <p:nvPr/>
        </p:nvSpPr>
        <p:spPr bwMode="auto">
          <a:xfrm>
            <a:off x="2266742" y="2431734"/>
            <a:ext cx="97345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lvl="0" algn="l"/>
            <a:r>
              <a:rPr lang="en-US" altLang="zh-CN" sz="2800" b="1" dirty="0">
                <a:solidFill>
                  <a:prstClr val="white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Pros</a:t>
            </a:r>
            <a:endParaRPr lang="en-US" altLang="zh-CN" sz="2800" b="1" dirty="0">
              <a:solidFill>
                <a:prstClr val="white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1" name="流程图: 过程 10"/>
          <p:cNvSpPr/>
          <p:nvPr/>
        </p:nvSpPr>
        <p:spPr>
          <a:xfrm>
            <a:off x="6684963" y="2424114"/>
            <a:ext cx="4319587" cy="3598863"/>
          </a:xfrm>
          <a:prstGeom prst="flowChartProcess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2" name="流程图: 过程 11"/>
          <p:cNvSpPr/>
          <p:nvPr/>
        </p:nvSpPr>
        <p:spPr>
          <a:xfrm>
            <a:off x="6684963" y="2424114"/>
            <a:ext cx="4319587" cy="539750"/>
          </a:xfrm>
          <a:prstGeom prst="flowChartProcess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3" name="文本框 40"/>
          <p:cNvSpPr txBox="1">
            <a:spLocks noChangeArrowheads="1"/>
          </p:cNvSpPr>
          <p:nvPr/>
        </p:nvSpPr>
        <p:spPr bwMode="auto">
          <a:xfrm>
            <a:off x="7903637" y="2431734"/>
            <a:ext cx="10712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lvl="0" algn="l"/>
            <a:r>
              <a:rPr lang="en-US" altLang="zh-CN" sz="2800" b="1" dirty="0">
                <a:solidFill>
                  <a:schemeClr val="bg1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Cons</a:t>
            </a:r>
            <a:endParaRPr lang="en-US" altLang="zh-CN" sz="2800" b="1" dirty="0">
              <a:solidFill>
                <a:schemeClr val="bg1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4" name="矩形 7"/>
          <p:cNvSpPr>
            <a:spLocks noChangeArrowheads="1"/>
          </p:cNvSpPr>
          <p:nvPr/>
        </p:nvSpPr>
        <p:spPr bwMode="auto">
          <a:xfrm>
            <a:off x="1473200" y="3315970"/>
            <a:ext cx="3810000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342900" indent="-34290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Potential to connect with </a:t>
            </a:r>
            <a:b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</a:br>
            <a:r>
              <a:rPr lang="en-US" altLang="zh-CN" sz="2000" b="1" dirty="0">
                <a:solidFill>
                  <a:schemeClr val="accent5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experienced investors</a:t>
            </a:r>
            <a:endParaRPr lang="en-US" altLang="zh-CN" sz="2000" b="1" dirty="0">
              <a:solidFill>
                <a:schemeClr val="accent5"/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Opportunity to raise </a:t>
            </a:r>
            <a:r>
              <a:rPr lang="en-US" altLang="zh-CN" sz="2000" b="1" dirty="0">
                <a:solidFill>
                  <a:schemeClr val="accent5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substantial funds</a:t>
            </a:r>
            <a:endParaRPr lang="en-US" altLang="zh-CN" sz="2000" b="1" dirty="0">
              <a:solidFill>
                <a:schemeClr val="accent5"/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5" name="矩形 7"/>
          <p:cNvSpPr>
            <a:spLocks noChangeArrowheads="1"/>
          </p:cNvSpPr>
          <p:nvPr/>
        </p:nvSpPr>
        <p:spPr bwMode="auto">
          <a:xfrm>
            <a:off x="6851015" y="3315970"/>
            <a:ext cx="3949700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28575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Slow and complex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 process, with lots of red tape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You’re </a:t>
            </a:r>
            <a:r>
              <a:rPr lang="en-US" b="1" dirty="0">
                <a:solidFill>
                  <a:srgbClr val="0070C0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giving some ownership stake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 in your bussiness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9" name="矩形 11"/>
          <p:cNvSpPr/>
          <p:nvPr/>
        </p:nvSpPr>
        <p:spPr>
          <a:xfrm>
            <a:off x="510691" y="1237347"/>
            <a:ext cx="8484870" cy="436245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342900" indent="-342900" algn="l">
              <a:buFont typeface="Wingdings" panose="05000000000000000000" charset="0"/>
              <a:buChar char="ü"/>
            </a:pPr>
            <a:r>
              <a:rPr lang="en-US" altLang="zh-CN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also known as </a:t>
            </a:r>
            <a:r>
              <a:rPr lang="en-US" altLang="zh-CN" sz="2400" b="1" dirty="0" smtClean="0">
                <a:solidFill>
                  <a:schemeClr val="accent5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crowdinvesting</a:t>
            </a:r>
            <a:r>
              <a:rPr lang="en-US" altLang="zh-CN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, is popular with startups</a:t>
            </a:r>
            <a:endParaRPr lang="en-US" altLang="zh-CN" sz="2400" b="1" dirty="0" smtClean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pic>
        <p:nvPicPr>
          <p:cNvPr id="2" name="Picture 1" descr="Screenshot 2026-05-06 at 8.58.30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150" y="250825"/>
            <a:ext cx="3352800" cy="939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10412" y="250696"/>
            <a:ext cx="3795395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Debt Type</a:t>
            </a:r>
            <a:endParaRPr lang="zh-CN" altLang="en-US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p:sp>
        <p:nvSpPr>
          <p:cNvPr id="7" name="流程图: 过程 6"/>
          <p:cNvSpPr/>
          <p:nvPr/>
        </p:nvSpPr>
        <p:spPr>
          <a:xfrm>
            <a:off x="1174750" y="2954655"/>
            <a:ext cx="4321175" cy="3068955"/>
          </a:xfrm>
          <a:prstGeom prst="flowChartProcess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8" name="流程图: 过程 7"/>
          <p:cNvSpPr/>
          <p:nvPr/>
        </p:nvSpPr>
        <p:spPr>
          <a:xfrm>
            <a:off x="1174750" y="2424114"/>
            <a:ext cx="4321175" cy="539750"/>
          </a:xfrm>
          <a:prstGeom prst="flowChartProcess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9" name="文本框 40"/>
          <p:cNvSpPr txBox="1">
            <a:spLocks noChangeArrowheads="1"/>
          </p:cNvSpPr>
          <p:nvPr/>
        </p:nvSpPr>
        <p:spPr bwMode="auto">
          <a:xfrm>
            <a:off x="2266742" y="2431734"/>
            <a:ext cx="97345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lvl="0" algn="l"/>
            <a:r>
              <a:rPr lang="en-US" altLang="zh-CN" sz="2800" b="1" dirty="0">
                <a:solidFill>
                  <a:prstClr val="white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Pros</a:t>
            </a:r>
            <a:endParaRPr lang="en-US" altLang="zh-CN" sz="2800" b="1" dirty="0">
              <a:solidFill>
                <a:prstClr val="white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1" name="流程图: 过程 10"/>
          <p:cNvSpPr/>
          <p:nvPr/>
        </p:nvSpPr>
        <p:spPr>
          <a:xfrm>
            <a:off x="6684963" y="2424114"/>
            <a:ext cx="4319587" cy="3598863"/>
          </a:xfrm>
          <a:prstGeom prst="flowChartProcess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2" name="流程图: 过程 11"/>
          <p:cNvSpPr/>
          <p:nvPr/>
        </p:nvSpPr>
        <p:spPr>
          <a:xfrm>
            <a:off x="6684963" y="2424114"/>
            <a:ext cx="4319587" cy="539750"/>
          </a:xfrm>
          <a:prstGeom prst="flowChartProcess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3" name="文本框 40"/>
          <p:cNvSpPr txBox="1">
            <a:spLocks noChangeArrowheads="1"/>
          </p:cNvSpPr>
          <p:nvPr/>
        </p:nvSpPr>
        <p:spPr bwMode="auto">
          <a:xfrm>
            <a:off x="7903637" y="2431734"/>
            <a:ext cx="10712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lvl="0" algn="l"/>
            <a:r>
              <a:rPr lang="en-US" altLang="zh-CN" sz="2800" b="1" dirty="0">
                <a:solidFill>
                  <a:schemeClr val="bg1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Cons</a:t>
            </a:r>
            <a:endParaRPr lang="en-US" altLang="zh-CN" sz="2800" b="1" dirty="0">
              <a:solidFill>
                <a:schemeClr val="bg1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4" name="矩形 7"/>
          <p:cNvSpPr>
            <a:spLocks noChangeArrowheads="1"/>
          </p:cNvSpPr>
          <p:nvPr/>
        </p:nvSpPr>
        <p:spPr bwMode="auto">
          <a:xfrm>
            <a:off x="1473200" y="3315970"/>
            <a:ext cx="3810000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342900" indent="-34290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Quick 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way to raise funds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704020202020204" pitchFamily="34" charset="0"/>
              <a:buChar char="•"/>
            </a:pP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5" name="矩形 7"/>
          <p:cNvSpPr>
            <a:spLocks noChangeArrowheads="1"/>
          </p:cNvSpPr>
          <p:nvPr/>
        </p:nvSpPr>
        <p:spPr bwMode="auto">
          <a:xfrm>
            <a:off x="6851015" y="3315970"/>
            <a:ext cx="3949700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28575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Need for a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good credit score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Interest Rates can be </a:t>
            </a:r>
            <a:r>
              <a:rPr lang="en-US" b="1" u="sng" dirty="0">
                <a:solidFill>
                  <a:schemeClr val="accent5">
                    <a:lumMod val="7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very high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Risks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your personal credit rating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9" name="矩形 11"/>
          <p:cNvSpPr/>
          <p:nvPr/>
        </p:nvSpPr>
        <p:spPr>
          <a:xfrm>
            <a:off x="510691" y="1237347"/>
            <a:ext cx="9703435" cy="436245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342900" indent="-342900" algn="l">
              <a:buFont typeface="Wingdings" panose="05000000000000000000" charset="0"/>
              <a:buChar char="ü"/>
            </a:pPr>
            <a:r>
              <a:rPr lang="en-US" altLang="zh-CN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Known as per-to-per lending. Like a </a:t>
            </a:r>
            <a:r>
              <a:rPr lang="en-US" altLang="zh-CN" sz="2400" b="1" dirty="0" smtClean="0">
                <a:solidFill>
                  <a:srgbClr val="44546A"/>
                </a:solidFill>
                <a:highlight>
                  <a:srgbClr val="00FF00"/>
                </a:highlight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loan</a:t>
            </a:r>
            <a:r>
              <a:rPr lang="en-US" altLang="zh-CN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, but from many people</a:t>
            </a:r>
            <a:endParaRPr lang="en-US" altLang="zh-CN" sz="2400" b="1" dirty="0" smtClean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4532630" y="361315"/>
            <a:ext cx="3810000" cy="787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10412" y="250696"/>
            <a:ext cx="5052695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sz="5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Donation </a:t>
            </a:r>
            <a:r>
              <a:rPr lang="en-US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Type</a:t>
            </a:r>
            <a:endParaRPr lang="zh-CN" altLang="en-US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p:sp>
        <p:nvSpPr>
          <p:cNvPr id="7" name="流程图: 过程 6"/>
          <p:cNvSpPr/>
          <p:nvPr/>
        </p:nvSpPr>
        <p:spPr>
          <a:xfrm>
            <a:off x="1174750" y="2954655"/>
            <a:ext cx="4321175" cy="3068955"/>
          </a:xfrm>
          <a:prstGeom prst="flowChartProcess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8" name="流程图: 过程 7"/>
          <p:cNvSpPr/>
          <p:nvPr/>
        </p:nvSpPr>
        <p:spPr>
          <a:xfrm>
            <a:off x="1174750" y="2424114"/>
            <a:ext cx="4321175" cy="539750"/>
          </a:xfrm>
          <a:prstGeom prst="flowChartProcess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9" name="文本框 40"/>
          <p:cNvSpPr txBox="1">
            <a:spLocks noChangeArrowheads="1"/>
          </p:cNvSpPr>
          <p:nvPr/>
        </p:nvSpPr>
        <p:spPr bwMode="auto">
          <a:xfrm>
            <a:off x="2266742" y="2431734"/>
            <a:ext cx="97345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lvl="0" algn="l"/>
            <a:r>
              <a:rPr lang="en-US" altLang="zh-CN" sz="2800" b="1" dirty="0">
                <a:solidFill>
                  <a:prstClr val="white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Pros</a:t>
            </a:r>
            <a:endParaRPr lang="en-US" altLang="zh-CN" sz="2800" b="1" dirty="0">
              <a:solidFill>
                <a:prstClr val="white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1" name="流程图: 过程 10"/>
          <p:cNvSpPr/>
          <p:nvPr/>
        </p:nvSpPr>
        <p:spPr>
          <a:xfrm>
            <a:off x="6684963" y="2424114"/>
            <a:ext cx="4319587" cy="3598863"/>
          </a:xfrm>
          <a:prstGeom prst="flowChartProcess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2" name="流程图: 过程 11"/>
          <p:cNvSpPr/>
          <p:nvPr/>
        </p:nvSpPr>
        <p:spPr>
          <a:xfrm>
            <a:off x="6684963" y="2424114"/>
            <a:ext cx="4319587" cy="539750"/>
          </a:xfrm>
          <a:prstGeom prst="flowChartProcess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3" name="文本框 40"/>
          <p:cNvSpPr txBox="1">
            <a:spLocks noChangeArrowheads="1"/>
          </p:cNvSpPr>
          <p:nvPr/>
        </p:nvSpPr>
        <p:spPr bwMode="auto">
          <a:xfrm>
            <a:off x="7903637" y="2431734"/>
            <a:ext cx="10712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lvl="0" algn="l"/>
            <a:r>
              <a:rPr lang="en-US" altLang="zh-CN" sz="2800" b="1" dirty="0">
                <a:solidFill>
                  <a:schemeClr val="bg1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Cons</a:t>
            </a:r>
            <a:endParaRPr lang="en-US" altLang="zh-CN" sz="2800" b="1" dirty="0">
              <a:solidFill>
                <a:schemeClr val="bg1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4" name="矩形 7"/>
          <p:cNvSpPr>
            <a:spLocks noChangeArrowheads="1"/>
          </p:cNvSpPr>
          <p:nvPr/>
        </p:nvSpPr>
        <p:spPr bwMode="auto">
          <a:xfrm>
            <a:off x="1473200" y="3315970"/>
            <a:ext cx="3810000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342900" indent="-34290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No need </a:t>
            </a:r>
            <a:r>
              <a:rPr lang="en-US" altLang="zh-CN" sz="2000" b="1" dirty="0">
                <a:solidFill>
                  <a:schemeClr val="tx1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to give rewards, share revenue, or take on debt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704020202020204" pitchFamily="34" charset="0"/>
              <a:buChar char="•"/>
            </a:pP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5" name="矩形 7"/>
          <p:cNvSpPr>
            <a:spLocks noChangeArrowheads="1"/>
          </p:cNvSpPr>
          <p:nvPr/>
        </p:nvSpPr>
        <p:spPr bwMode="auto">
          <a:xfrm>
            <a:off x="6851015" y="3315970"/>
            <a:ext cx="3949700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28575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b="1" dirty="0">
                <a:solidFill>
                  <a:schemeClr val="accent5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Not a good fit for a for-profit bussiness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 or venture 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9" name="矩形 11"/>
          <p:cNvSpPr/>
          <p:nvPr/>
        </p:nvSpPr>
        <p:spPr>
          <a:xfrm>
            <a:off x="510691" y="1237347"/>
            <a:ext cx="4693285" cy="436245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342900" indent="-342900" algn="l">
              <a:buFont typeface="Wingdings" panose="05000000000000000000" charset="0"/>
              <a:buChar char="ü"/>
            </a:pPr>
            <a:r>
              <a:rPr lang="en-US" altLang="zh-CN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is no-string-attached funding</a:t>
            </a:r>
            <a:endParaRPr lang="en-US" altLang="zh-CN" sz="2400" b="1" dirty="0" smtClean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pic>
        <p:nvPicPr>
          <p:cNvPr id="4" name="Picture 3" descr="Screenshot 2026-05-06 at 8.56.47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3800" y="0"/>
            <a:ext cx="3378200" cy="1638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10412" y="259586"/>
            <a:ext cx="6858635" cy="74422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zh-CN" sz="4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Royalty Crowdfunding</a:t>
            </a:r>
            <a:endParaRPr lang="en-US" altLang="zh-CN" sz="4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p:sp>
        <p:nvSpPr>
          <p:cNvPr id="7" name="流程图: 过程 6"/>
          <p:cNvSpPr/>
          <p:nvPr/>
        </p:nvSpPr>
        <p:spPr>
          <a:xfrm>
            <a:off x="1174750" y="2954655"/>
            <a:ext cx="4321175" cy="3068955"/>
          </a:xfrm>
          <a:prstGeom prst="flowChartProcess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8" name="流程图: 过程 7"/>
          <p:cNvSpPr/>
          <p:nvPr/>
        </p:nvSpPr>
        <p:spPr>
          <a:xfrm>
            <a:off x="1174750" y="2424114"/>
            <a:ext cx="4321175" cy="539750"/>
          </a:xfrm>
          <a:prstGeom prst="flowChartProcess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9" name="文本框 40"/>
          <p:cNvSpPr txBox="1">
            <a:spLocks noChangeArrowheads="1"/>
          </p:cNvSpPr>
          <p:nvPr/>
        </p:nvSpPr>
        <p:spPr bwMode="auto">
          <a:xfrm>
            <a:off x="2266742" y="2431734"/>
            <a:ext cx="97345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lvl="0" algn="l"/>
            <a:r>
              <a:rPr lang="en-US" altLang="zh-CN" sz="2800" b="1" dirty="0">
                <a:solidFill>
                  <a:prstClr val="white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Pros</a:t>
            </a:r>
            <a:endParaRPr lang="en-US" altLang="zh-CN" sz="2800" b="1" dirty="0">
              <a:solidFill>
                <a:prstClr val="white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1" name="流程图: 过程 10"/>
          <p:cNvSpPr/>
          <p:nvPr/>
        </p:nvSpPr>
        <p:spPr>
          <a:xfrm>
            <a:off x="6684963" y="2424114"/>
            <a:ext cx="4319587" cy="3598863"/>
          </a:xfrm>
          <a:prstGeom prst="flowChartProcess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2" name="流程图: 过程 11"/>
          <p:cNvSpPr/>
          <p:nvPr/>
        </p:nvSpPr>
        <p:spPr>
          <a:xfrm>
            <a:off x="6684963" y="2424114"/>
            <a:ext cx="4319587" cy="539750"/>
          </a:xfrm>
          <a:prstGeom prst="flowChartProcess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3" name="文本框 40"/>
          <p:cNvSpPr txBox="1">
            <a:spLocks noChangeArrowheads="1"/>
          </p:cNvSpPr>
          <p:nvPr/>
        </p:nvSpPr>
        <p:spPr bwMode="auto">
          <a:xfrm>
            <a:off x="7903637" y="2431734"/>
            <a:ext cx="10712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lvl="0" algn="l"/>
            <a:r>
              <a:rPr lang="en-US" altLang="zh-CN" sz="2800" b="1" dirty="0">
                <a:solidFill>
                  <a:schemeClr val="bg1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Cons</a:t>
            </a:r>
            <a:endParaRPr lang="en-US" altLang="zh-CN" sz="2800" b="1" dirty="0">
              <a:solidFill>
                <a:schemeClr val="bg1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4" name="矩形 7"/>
          <p:cNvSpPr>
            <a:spLocks noChangeArrowheads="1"/>
          </p:cNvSpPr>
          <p:nvPr/>
        </p:nvSpPr>
        <p:spPr bwMode="auto">
          <a:xfrm>
            <a:off x="1473200" y="3315970"/>
            <a:ext cx="3810000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342900" indent="-34290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You keep </a:t>
            </a:r>
            <a:r>
              <a:rPr lang="en-US" altLang="zh-CN" sz="2000" b="1" dirty="0">
                <a:solidFill>
                  <a:schemeClr val="accent5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ownership of your</a:t>
            </a:r>
            <a:r>
              <a:rPr lang="en-US" altLang="zh-CN" sz="2000" b="1" dirty="0">
                <a:solidFill>
                  <a:srgbClr val="000000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 bussiness </a:t>
            </a:r>
            <a:endParaRPr lang="en-US" altLang="zh-CN" sz="2000" b="1" dirty="0">
              <a:solidFill>
                <a:srgbClr val="000000"/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5" name="矩形 7"/>
          <p:cNvSpPr>
            <a:spLocks noChangeArrowheads="1"/>
          </p:cNvSpPr>
          <p:nvPr/>
        </p:nvSpPr>
        <p:spPr bwMode="auto">
          <a:xfrm>
            <a:off x="6851015" y="3315970"/>
            <a:ext cx="3949700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</a:defRPr>
            </a:lvl9pPr>
          </a:lstStyle>
          <a:p>
            <a:pPr marL="28575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You need to show a lot of </a:t>
            </a:r>
            <a:r>
              <a:rPr lang="en-US" b="1" dirty="0">
                <a:solidFill>
                  <a:schemeClr val="accent5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revenue potential</a:t>
            </a:r>
            <a:endParaRPr lang="en-US" b="1" dirty="0">
              <a:solidFill>
                <a:schemeClr val="accent5"/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b="1" dirty="0">
                <a:solidFill>
                  <a:schemeClr val="accent5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Not many platforms </a:t>
            </a:r>
            <a:r>
              <a:rPr lang="en-US" b="1" dirty="0">
                <a:solidFill>
                  <a:srgbClr val="000000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available yet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 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b="1" dirty="0">
                <a:solidFill>
                  <a:schemeClr val="accent5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  <a:sym typeface="+mn-ea"/>
              </a:rPr>
              <a:t>Not well-known </a:t>
            </a:r>
            <a:r>
              <a:rPr lang="en-US" b="1" dirty="0">
                <a:solidFill>
                  <a:srgbClr val="000000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  <a:sym typeface="+mn-ea"/>
              </a:rPr>
              <a:t>among investors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  <a:sym typeface="+mn-ea"/>
              </a:rPr>
              <a:t> 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9" name="矩形 11"/>
          <p:cNvSpPr/>
          <p:nvPr/>
        </p:nvSpPr>
        <p:spPr>
          <a:xfrm>
            <a:off x="510691" y="1237347"/>
            <a:ext cx="4017010" cy="436245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342900" indent="-342900" algn="l">
              <a:buFont typeface="Wingdings" panose="05000000000000000000" charset="0"/>
              <a:buChar char="ü"/>
            </a:pPr>
            <a:r>
              <a:rPr lang="en-US" altLang="zh-CN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is not that common (yet)</a:t>
            </a:r>
            <a:endParaRPr lang="en-US" altLang="zh-CN" sz="2400" b="1" dirty="0" smtClean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443802" y="113420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443802" y="1134206"/>
                <a:ext cx="2032000" cy="809625"/>
              </a:xfrm>
              <a:prstGeom prst="rect"/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226271" y="-100581"/>
            <a:ext cx="1514263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3</a:t>
            </a:r>
            <a:endParaRPr lang="en-US" altLang="zh-CN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35415" y="72261"/>
            <a:ext cx="8366760" cy="1729105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l"/>
            <a:r>
              <a:rPr lang="en-US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How Blockchain </a:t>
            </a:r>
            <a:br>
              <a:rPr lang="en-US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</a:br>
            <a:r>
              <a:rPr lang="en-US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helps </a:t>
            </a:r>
            <a:r>
              <a:rPr lang="en-US" altLang="zh-CN" sz="5400" b="1" spc="300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Crowdfunding?</a:t>
            </a:r>
            <a:r>
              <a:rPr lang="zh-CN" altLang="en-US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</a:t>
            </a:r>
            <a:endParaRPr lang="zh-CN" altLang="en-US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7" name="Rectangle 2"/>
          <p:cNvSpPr/>
          <p:nvPr/>
        </p:nvSpPr>
        <p:spPr>
          <a:xfrm>
            <a:off x="400050" y="2333593"/>
            <a:ext cx="5695950" cy="1946286"/>
          </a:xfrm>
          <a:prstGeom prst="rect">
            <a:avLst/>
          </a:prstGeom>
          <a:solidFill>
            <a:srgbClr val="44546A"/>
          </a:solidFill>
          <a:ln w="7620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prstClr val="white"/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8" name="Rectangle 3"/>
          <p:cNvSpPr/>
          <p:nvPr/>
        </p:nvSpPr>
        <p:spPr>
          <a:xfrm>
            <a:off x="400050" y="4279879"/>
            <a:ext cx="5695950" cy="1874006"/>
          </a:xfrm>
          <a:prstGeom prst="rect">
            <a:avLst/>
          </a:prstGeom>
          <a:noFill/>
          <a:ln w="7620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prstClr val="white"/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9" name="Rectangle 4"/>
          <p:cNvSpPr/>
          <p:nvPr/>
        </p:nvSpPr>
        <p:spPr>
          <a:xfrm>
            <a:off x="6096000" y="2333593"/>
            <a:ext cx="5695950" cy="1946286"/>
          </a:xfrm>
          <a:prstGeom prst="rect">
            <a:avLst/>
          </a:prstGeom>
          <a:noFill/>
          <a:ln w="7620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prstClr val="white"/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6096000" y="4279879"/>
            <a:ext cx="5695950" cy="1874006"/>
          </a:xfrm>
          <a:prstGeom prst="rect">
            <a:avLst/>
          </a:prstGeom>
          <a:solidFill>
            <a:srgbClr val="44546A"/>
          </a:solidFill>
          <a:ln w="7620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prstClr val="white"/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2" name="Oval 6"/>
          <p:cNvSpPr/>
          <p:nvPr/>
        </p:nvSpPr>
        <p:spPr>
          <a:xfrm>
            <a:off x="5631024" y="3837901"/>
            <a:ext cx="878913" cy="88395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800">
              <a:solidFill>
                <a:prstClr val="white"/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1911220" y="2590199"/>
            <a:ext cx="3719804" cy="10648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defTabSz="1450975"/>
            <a:r>
              <a:rPr lang="en-US" altLang="en-US" b="1" dirty="0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Decentralization</a:t>
            </a:r>
            <a:r>
              <a:rPr lang="zh-CN" altLang="en-US" b="1" dirty="0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zh-CN" altLang="en-US" b="1" dirty="0">
              <a:solidFill>
                <a:prstClr val="white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indent="0" defTabSz="1450975">
              <a:lnSpc>
                <a:spcPct val="150000"/>
              </a:lnSpc>
              <a:buFont typeface="IBM Plex Sans" panose="020B0503050203000203" charset="0"/>
              <a:buNone/>
            </a:pPr>
            <a:r>
              <a:rPr lang="en-US" altLang="en-US" sz="1050" dirty="0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Eliminates reliance on centralized platforms. Reduces control by intermediaries, lowers fees, and allows broader access for both creators and investors.</a:t>
            </a:r>
            <a:endParaRPr lang="en-US" altLang="en-US" sz="1050" dirty="0">
              <a:solidFill>
                <a:prstClr val="white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780660" y="4616137"/>
            <a:ext cx="813707" cy="984740"/>
            <a:chOff x="427038" y="3595610"/>
            <a:chExt cx="391838" cy="474198"/>
          </a:xfrm>
          <a:solidFill>
            <a:srgbClr val="44546A"/>
          </a:solidFill>
        </p:grpSpPr>
        <p:sp>
          <p:nvSpPr>
            <p:cNvPr id="15" name="Freeform 89"/>
            <p:cNvSpPr/>
            <p:nvPr/>
          </p:nvSpPr>
          <p:spPr bwMode="auto">
            <a:xfrm>
              <a:off x="486937" y="3655509"/>
              <a:ext cx="272041" cy="257066"/>
            </a:xfrm>
            <a:custGeom>
              <a:avLst/>
              <a:gdLst>
                <a:gd name="T0" fmla="*/ 57 w 82"/>
                <a:gd name="T1" fmla="*/ 67 h 78"/>
                <a:gd name="T2" fmla="*/ 57 w 82"/>
                <a:gd name="T3" fmla="*/ 78 h 78"/>
                <a:gd name="T4" fmla="*/ 82 w 82"/>
                <a:gd name="T5" fmla="*/ 40 h 78"/>
                <a:gd name="T6" fmla="*/ 41 w 82"/>
                <a:gd name="T7" fmla="*/ 0 h 78"/>
                <a:gd name="T8" fmla="*/ 0 w 82"/>
                <a:gd name="T9" fmla="*/ 40 h 78"/>
                <a:gd name="T10" fmla="*/ 25 w 82"/>
                <a:gd name="T11" fmla="*/ 78 h 78"/>
                <a:gd name="T12" fmla="*/ 25 w 82"/>
                <a:gd name="T13" fmla="*/ 67 h 78"/>
                <a:gd name="T14" fmla="*/ 10 w 82"/>
                <a:gd name="T15" fmla="*/ 40 h 78"/>
                <a:gd name="T16" fmla="*/ 41 w 82"/>
                <a:gd name="T17" fmla="*/ 10 h 78"/>
                <a:gd name="T18" fmla="*/ 72 w 82"/>
                <a:gd name="T19" fmla="*/ 40 h 78"/>
                <a:gd name="T20" fmla="*/ 57 w 82"/>
                <a:gd name="T21" fmla="*/ 67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" h="78">
                  <a:moveTo>
                    <a:pt x="57" y="67"/>
                  </a:moveTo>
                  <a:cubicBezTo>
                    <a:pt x="57" y="78"/>
                    <a:pt x="57" y="78"/>
                    <a:pt x="57" y="78"/>
                  </a:cubicBezTo>
                  <a:cubicBezTo>
                    <a:pt x="71" y="72"/>
                    <a:pt x="82" y="57"/>
                    <a:pt x="82" y="40"/>
                  </a:cubicBezTo>
                  <a:cubicBezTo>
                    <a:pt x="82" y="18"/>
                    <a:pt x="63" y="0"/>
                    <a:pt x="41" y="0"/>
                  </a:cubicBezTo>
                  <a:cubicBezTo>
                    <a:pt x="19" y="0"/>
                    <a:pt x="0" y="18"/>
                    <a:pt x="0" y="40"/>
                  </a:cubicBezTo>
                  <a:cubicBezTo>
                    <a:pt x="0" y="57"/>
                    <a:pt x="10" y="72"/>
                    <a:pt x="25" y="78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16" y="61"/>
                    <a:pt x="10" y="52"/>
                    <a:pt x="10" y="40"/>
                  </a:cubicBezTo>
                  <a:cubicBezTo>
                    <a:pt x="10" y="23"/>
                    <a:pt x="24" y="10"/>
                    <a:pt x="41" y="10"/>
                  </a:cubicBezTo>
                  <a:cubicBezTo>
                    <a:pt x="58" y="10"/>
                    <a:pt x="72" y="23"/>
                    <a:pt x="72" y="40"/>
                  </a:cubicBezTo>
                  <a:cubicBezTo>
                    <a:pt x="72" y="52"/>
                    <a:pt x="66" y="62"/>
                    <a:pt x="57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16" name="Freeform 90"/>
            <p:cNvSpPr/>
            <p:nvPr/>
          </p:nvSpPr>
          <p:spPr bwMode="auto">
            <a:xfrm>
              <a:off x="427038" y="3595610"/>
              <a:ext cx="391838" cy="381855"/>
            </a:xfrm>
            <a:custGeom>
              <a:avLst/>
              <a:gdLst>
                <a:gd name="T0" fmla="*/ 59 w 118"/>
                <a:gd name="T1" fmla="*/ 0 h 115"/>
                <a:gd name="T2" fmla="*/ 0 w 118"/>
                <a:gd name="T3" fmla="*/ 58 h 115"/>
                <a:gd name="T4" fmla="*/ 43 w 118"/>
                <a:gd name="T5" fmla="*/ 115 h 115"/>
                <a:gd name="T6" fmla="*/ 43 w 118"/>
                <a:gd name="T7" fmla="*/ 107 h 115"/>
                <a:gd name="T8" fmla="*/ 8 w 118"/>
                <a:gd name="T9" fmla="*/ 58 h 115"/>
                <a:gd name="T10" fmla="*/ 59 w 118"/>
                <a:gd name="T11" fmla="*/ 8 h 115"/>
                <a:gd name="T12" fmla="*/ 110 w 118"/>
                <a:gd name="T13" fmla="*/ 58 h 115"/>
                <a:gd name="T14" fmla="*/ 75 w 118"/>
                <a:gd name="T15" fmla="*/ 107 h 115"/>
                <a:gd name="T16" fmla="*/ 75 w 118"/>
                <a:gd name="T17" fmla="*/ 115 h 115"/>
                <a:gd name="T18" fmla="*/ 118 w 118"/>
                <a:gd name="T19" fmla="*/ 58 h 115"/>
                <a:gd name="T20" fmla="*/ 59 w 118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8" h="115">
                  <a:moveTo>
                    <a:pt x="59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85"/>
                    <a:pt x="18" y="108"/>
                    <a:pt x="43" y="115"/>
                  </a:cubicBezTo>
                  <a:cubicBezTo>
                    <a:pt x="43" y="107"/>
                    <a:pt x="43" y="107"/>
                    <a:pt x="43" y="107"/>
                  </a:cubicBezTo>
                  <a:cubicBezTo>
                    <a:pt x="23" y="100"/>
                    <a:pt x="8" y="81"/>
                    <a:pt x="8" y="58"/>
                  </a:cubicBezTo>
                  <a:cubicBezTo>
                    <a:pt x="8" y="30"/>
                    <a:pt x="31" y="8"/>
                    <a:pt x="59" y="8"/>
                  </a:cubicBezTo>
                  <a:cubicBezTo>
                    <a:pt x="87" y="8"/>
                    <a:pt x="110" y="30"/>
                    <a:pt x="110" y="58"/>
                  </a:cubicBezTo>
                  <a:cubicBezTo>
                    <a:pt x="110" y="81"/>
                    <a:pt x="95" y="100"/>
                    <a:pt x="75" y="107"/>
                  </a:cubicBezTo>
                  <a:cubicBezTo>
                    <a:pt x="75" y="115"/>
                    <a:pt x="75" y="115"/>
                    <a:pt x="75" y="115"/>
                  </a:cubicBezTo>
                  <a:cubicBezTo>
                    <a:pt x="100" y="108"/>
                    <a:pt x="118" y="86"/>
                    <a:pt x="118" y="58"/>
                  </a:cubicBezTo>
                  <a:cubicBezTo>
                    <a:pt x="118" y="26"/>
                    <a:pt x="92" y="0"/>
                    <a:pt x="5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17" name="Freeform 91"/>
            <p:cNvSpPr/>
            <p:nvPr/>
          </p:nvSpPr>
          <p:spPr bwMode="auto">
            <a:xfrm>
              <a:off x="566802" y="3750348"/>
              <a:ext cx="119797" cy="319460"/>
            </a:xfrm>
            <a:custGeom>
              <a:avLst/>
              <a:gdLst>
                <a:gd name="T0" fmla="*/ 24 w 36"/>
                <a:gd name="T1" fmla="*/ 82 h 96"/>
                <a:gd name="T2" fmla="*/ 24 w 36"/>
                <a:gd name="T3" fmla="*/ 21 h 96"/>
                <a:gd name="T4" fmla="*/ 29 w 36"/>
                <a:gd name="T5" fmla="*/ 12 h 96"/>
                <a:gd name="T6" fmla="*/ 17 w 36"/>
                <a:gd name="T7" fmla="*/ 0 h 96"/>
                <a:gd name="T8" fmla="*/ 5 w 36"/>
                <a:gd name="T9" fmla="*/ 12 h 96"/>
                <a:gd name="T10" fmla="*/ 10 w 36"/>
                <a:gd name="T11" fmla="*/ 21 h 96"/>
                <a:gd name="T12" fmla="*/ 10 w 36"/>
                <a:gd name="T13" fmla="*/ 21 h 96"/>
                <a:gd name="T14" fmla="*/ 10 w 36"/>
                <a:gd name="T15" fmla="*/ 82 h 96"/>
                <a:gd name="T16" fmla="*/ 0 w 36"/>
                <a:gd name="T17" fmla="*/ 96 h 96"/>
                <a:gd name="T18" fmla="*/ 36 w 36"/>
                <a:gd name="T19" fmla="*/ 96 h 96"/>
                <a:gd name="T20" fmla="*/ 24 w 36"/>
                <a:gd name="T21" fmla="*/ 8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96">
                  <a:moveTo>
                    <a:pt x="24" y="82"/>
                  </a:moveTo>
                  <a:cubicBezTo>
                    <a:pt x="24" y="79"/>
                    <a:pt x="24" y="22"/>
                    <a:pt x="24" y="21"/>
                  </a:cubicBezTo>
                  <a:cubicBezTo>
                    <a:pt x="27" y="19"/>
                    <a:pt x="29" y="16"/>
                    <a:pt x="29" y="12"/>
                  </a:cubicBezTo>
                  <a:cubicBezTo>
                    <a:pt x="29" y="5"/>
                    <a:pt x="24" y="0"/>
                    <a:pt x="17" y="0"/>
                  </a:cubicBezTo>
                  <a:cubicBezTo>
                    <a:pt x="10" y="0"/>
                    <a:pt x="5" y="5"/>
                    <a:pt x="5" y="12"/>
                  </a:cubicBezTo>
                  <a:cubicBezTo>
                    <a:pt x="5" y="16"/>
                    <a:pt x="7" y="19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78"/>
                    <a:pt x="10" y="82"/>
                  </a:cubicBezTo>
                  <a:cubicBezTo>
                    <a:pt x="10" y="92"/>
                    <a:pt x="0" y="96"/>
                    <a:pt x="0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24" y="92"/>
                    <a:pt x="24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0576493" y="4897103"/>
            <a:ext cx="900011" cy="974191"/>
            <a:chOff x="1847137" y="4256991"/>
            <a:chExt cx="454232" cy="491670"/>
          </a:xfrm>
          <a:solidFill>
            <a:schemeClr val="bg1"/>
          </a:solidFill>
        </p:grpSpPr>
        <p:sp>
          <p:nvSpPr>
            <p:cNvPr id="19" name="Freeform 101"/>
            <p:cNvSpPr>
              <a:spLocks noEditPoints="1"/>
            </p:cNvSpPr>
            <p:nvPr/>
          </p:nvSpPr>
          <p:spPr bwMode="auto">
            <a:xfrm>
              <a:off x="1847137" y="4256991"/>
              <a:ext cx="454232" cy="491670"/>
            </a:xfrm>
            <a:custGeom>
              <a:avLst/>
              <a:gdLst>
                <a:gd name="T0" fmla="*/ 134 w 137"/>
                <a:gd name="T1" fmla="*/ 71 h 148"/>
                <a:gd name="T2" fmla="*/ 126 w 137"/>
                <a:gd name="T3" fmla="*/ 38 h 148"/>
                <a:gd name="T4" fmla="*/ 133 w 137"/>
                <a:gd name="T5" fmla="*/ 36 h 148"/>
                <a:gd name="T6" fmla="*/ 126 w 137"/>
                <a:gd name="T7" fmla="*/ 12 h 148"/>
                <a:gd name="T8" fmla="*/ 102 w 137"/>
                <a:gd name="T9" fmla="*/ 5 h 148"/>
                <a:gd name="T10" fmla="*/ 99 w 137"/>
                <a:gd name="T11" fmla="*/ 12 h 148"/>
                <a:gd name="T12" fmla="*/ 67 w 137"/>
                <a:gd name="T13" fmla="*/ 4 h 148"/>
                <a:gd name="T14" fmla="*/ 38 w 137"/>
                <a:gd name="T15" fmla="*/ 11 h 148"/>
                <a:gd name="T16" fmla="*/ 36 w 137"/>
                <a:gd name="T17" fmla="*/ 5 h 148"/>
                <a:gd name="T18" fmla="*/ 12 w 137"/>
                <a:gd name="T19" fmla="*/ 12 h 148"/>
                <a:gd name="T20" fmla="*/ 5 w 137"/>
                <a:gd name="T21" fmla="*/ 36 h 148"/>
                <a:gd name="T22" fmla="*/ 9 w 137"/>
                <a:gd name="T23" fmla="*/ 38 h 148"/>
                <a:gd name="T24" fmla="*/ 0 w 137"/>
                <a:gd name="T25" fmla="*/ 71 h 148"/>
                <a:gd name="T26" fmla="*/ 27 w 137"/>
                <a:gd name="T27" fmla="*/ 125 h 148"/>
                <a:gd name="T28" fmla="*/ 13 w 137"/>
                <a:gd name="T29" fmla="*/ 140 h 148"/>
                <a:gd name="T30" fmla="*/ 21 w 137"/>
                <a:gd name="T31" fmla="*/ 148 h 148"/>
                <a:gd name="T32" fmla="*/ 37 w 137"/>
                <a:gd name="T33" fmla="*/ 132 h 148"/>
                <a:gd name="T34" fmla="*/ 67 w 137"/>
                <a:gd name="T35" fmla="*/ 139 h 148"/>
                <a:gd name="T36" fmla="*/ 97 w 137"/>
                <a:gd name="T37" fmla="*/ 132 h 148"/>
                <a:gd name="T38" fmla="*/ 113 w 137"/>
                <a:gd name="T39" fmla="*/ 148 h 148"/>
                <a:gd name="T40" fmla="*/ 121 w 137"/>
                <a:gd name="T41" fmla="*/ 140 h 148"/>
                <a:gd name="T42" fmla="*/ 107 w 137"/>
                <a:gd name="T43" fmla="*/ 125 h 148"/>
                <a:gd name="T44" fmla="*/ 134 w 137"/>
                <a:gd name="T45" fmla="*/ 71 h 148"/>
                <a:gd name="T46" fmla="*/ 11 w 137"/>
                <a:gd name="T47" fmla="*/ 74 h 148"/>
                <a:gd name="T48" fmla="*/ 20 w 137"/>
                <a:gd name="T49" fmla="*/ 74 h 148"/>
                <a:gd name="T50" fmla="*/ 23 w 137"/>
                <a:gd name="T51" fmla="*/ 71 h 148"/>
                <a:gd name="T52" fmla="*/ 20 w 137"/>
                <a:gd name="T53" fmla="*/ 69 h 148"/>
                <a:gd name="T54" fmla="*/ 11 w 137"/>
                <a:gd name="T55" fmla="*/ 69 h 148"/>
                <a:gd name="T56" fmla="*/ 64 w 137"/>
                <a:gd name="T57" fmla="*/ 15 h 148"/>
                <a:gd name="T58" fmla="*/ 64 w 137"/>
                <a:gd name="T59" fmla="*/ 15 h 148"/>
                <a:gd name="T60" fmla="*/ 64 w 137"/>
                <a:gd name="T61" fmla="*/ 26 h 148"/>
                <a:gd name="T62" fmla="*/ 67 w 137"/>
                <a:gd name="T63" fmla="*/ 29 h 148"/>
                <a:gd name="T64" fmla="*/ 70 w 137"/>
                <a:gd name="T65" fmla="*/ 26 h 148"/>
                <a:gd name="T66" fmla="*/ 70 w 137"/>
                <a:gd name="T67" fmla="*/ 15 h 148"/>
                <a:gd name="T68" fmla="*/ 70 w 137"/>
                <a:gd name="T69" fmla="*/ 15 h 148"/>
                <a:gd name="T70" fmla="*/ 123 w 137"/>
                <a:gd name="T71" fmla="*/ 69 h 148"/>
                <a:gd name="T72" fmla="*/ 114 w 137"/>
                <a:gd name="T73" fmla="*/ 69 h 148"/>
                <a:gd name="T74" fmla="*/ 111 w 137"/>
                <a:gd name="T75" fmla="*/ 71 h 148"/>
                <a:gd name="T76" fmla="*/ 114 w 137"/>
                <a:gd name="T77" fmla="*/ 74 h 148"/>
                <a:gd name="T78" fmla="*/ 123 w 137"/>
                <a:gd name="T79" fmla="*/ 74 h 148"/>
                <a:gd name="T80" fmla="*/ 70 w 137"/>
                <a:gd name="T81" fmla="*/ 128 h 148"/>
                <a:gd name="T82" fmla="*/ 70 w 137"/>
                <a:gd name="T83" fmla="*/ 118 h 148"/>
                <a:gd name="T84" fmla="*/ 67 w 137"/>
                <a:gd name="T85" fmla="*/ 115 h 148"/>
                <a:gd name="T86" fmla="*/ 64 w 137"/>
                <a:gd name="T87" fmla="*/ 118 h 148"/>
                <a:gd name="T88" fmla="*/ 64 w 137"/>
                <a:gd name="T89" fmla="*/ 128 h 148"/>
                <a:gd name="T90" fmla="*/ 11 w 137"/>
                <a:gd name="T91" fmla="*/ 74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7" h="148">
                  <a:moveTo>
                    <a:pt x="134" y="71"/>
                  </a:moveTo>
                  <a:cubicBezTo>
                    <a:pt x="134" y="59"/>
                    <a:pt x="131" y="48"/>
                    <a:pt x="126" y="38"/>
                  </a:cubicBezTo>
                  <a:cubicBezTo>
                    <a:pt x="128" y="38"/>
                    <a:pt x="131" y="38"/>
                    <a:pt x="133" y="36"/>
                  </a:cubicBezTo>
                  <a:cubicBezTo>
                    <a:pt x="137" y="31"/>
                    <a:pt x="134" y="20"/>
                    <a:pt x="126" y="12"/>
                  </a:cubicBezTo>
                  <a:cubicBezTo>
                    <a:pt x="117" y="3"/>
                    <a:pt x="107" y="0"/>
                    <a:pt x="102" y="5"/>
                  </a:cubicBezTo>
                  <a:cubicBezTo>
                    <a:pt x="100" y="7"/>
                    <a:pt x="99" y="9"/>
                    <a:pt x="99" y="12"/>
                  </a:cubicBezTo>
                  <a:cubicBezTo>
                    <a:pt x="90" y="7"/>
                    <a:pt x="79" y="4"/>
                    <a:pt x="67" y="4"/>
                  </a:cubicBezTo>
                  <a:cubicBezTo>
                    <a:pt x="57" y="4"/>
                    <a:pt x="47" y="6"/>
                    <a:pt x="38" y="11"/>
                  </a:cubicBezTo>
                  <a:cubicBezTo>
                    <a:pt x="38" y="8"/>
                    <a:pt x="37" y="7"/>
                    <a:pt x="36" y="5"/>
                  </a:cubicBezTo>
                  <a:cubicBezTo>
                    <a:pt x="31" y="0"/>
                    <a:pt x="20" y="3"/>
                    <a:pt x="12" y="12"/>
                  </a:cubicBezTo>
                  <a:cubicBezTo>
                    <a:pt x="3" y="20"/>
                    <a:pt x="0" y="31"/>
                    <a:pt x="5" y="36"/>
                  </a:cubicBezTo>
                  <a:cubicBezTo>
                    <a:pt x="6" y="37"/>
                    <a:pt x="7" y="37"/>
                    <a:pt x="9" y="38"/>
                  </a:cubicBezTo>
                  <a:cubicBezTo>
                    <a:pt x="3" y="48"/>
                    <a:pt x="0" y="59"/>
                    <a:pt x="0" y="71"/>
                  </a:cubicBezTo>
                  <a:cubicBezTo>
                    <a:pt x="0" y="94"/>
                    <a:pt x="10" y="113"/>
                    <a:pt x="27" y="125"/>
                  </a:cubicBezTo>
                  <a:cubicBezTo>
                    <a:pt x="13" y="140"/>
                    <a:pt x="13" y="140"/>
                    <a:pt x="13" y="140"/>
                  </a:cubicBezTo>
                  <a:cubicBezTo>
                    <a:pt x="21" y="148"/>
                    <a:pt x="21" y="148"/>
                    <a:pt x="21" y="148"/>
                  </a:cubicBezTo>
                  <a:cubicBezTo>
                    <a:pt x="37" y="132"/>
                    <a:pt x="37" y="132"/>
                    <a:pt x="37" y="132"/>
                  </a:cubicBezTo>
                  <a:cubicBezTo>
                    <a:pt x="46" y="136"/>
                    <a:pt x="56" y="139"/>
                    <a:pt x="67" y="139"/>
                  </a:cubicBezTo>
                  <a:cubicBezTo>
                    <a:pt x="78" y="139"/>
                    <a:pt x="88" y="136"/>
                    <a:pt x="97" y="132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07" y="125"/>
                    <a:pt x="107" y="125"/>
                    <a:pt x="107" y="125"/>
                  </a:cubicBezTo>
                  <a:cubicBezTo>
                    <a:pt x="124" y="113"/>
                    <a:pt x="134" y="94"/>
                    <a:pt x="134" y="71"/>
                  </a:cubicBezTo>
                  <a:close/>
                  <a:moveTo>
                    <a:pt x="11" y="74"/>
                  </a:moveTo>
                  <a:cubicBezTo>
                    <a:pt x="20" y="74"/>
                    <a:pt x="20" y="74"/>
                    <a:pt x="20" y="74"/>
                  </a:cubicBezTo>
                  <a:cubicBezTo>
                    <a:pt x="22" y="74"/>
                    <a:pt x="23" y="73"/>
                    <a:pt x="23" y="71"/>
                  </a:cubicBezTo>
                  <a:cubicBezTo>
                    <a:pt x="23" y="70"/>
                    <a:pt x="22" y="69"/>
                    <a:pt x="20" y="69"/>
                  </a:cubicBezTo>
                  <a:cubicBezTo>
                    <a:pt x="11" y="69"/>
                    <a:pt x="11" y="69"/>
                    <a:pt x="11" y="69"/>
                  </a:cubicBezTo>
                  <a:cubicBezTo>
                    <a:pt x="12" y="40"/>
                    <a:pt x="35" y="17"/>
                    <a:pt x="64" y="15"/>
                  </a:cubicBezTo>
                  <a:cubicBezTo>
                    <a:pt x="64" y="15"/>
                    <a:pt x="64" y="15"/>
                    <a:pt x="64" y="15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4" y="27"/>
                    <a:pt x="65" y="29"/>
                    <a:pt x="67" y="29"/>
                  </a:cubicBezTo>
                  <a:cubicBezTo>
                    <a:pt x="69" y="29"/>
                    <a:pt x="70" y="27"/>
                    <a:pt x="70" y="26"/>
                  </a:cubicBezTo>
                  <a:cubicBezTo>
                    <a:pt x="70" y="15"/>
                    <a:pt x="70" y="15"/>
                    <a:pt x="70" y="15"/>
                  </a:cubicBezTo>
                  <a:cubicBezTo>
                    <a:pt x="70" y="15"/>
                    <a:pt x="70" y="15"/>
                    <a:pt x="70" y="15"/>
                  </a:cubicBezTo>
                  <a:cubicBezTo>
                    <a:pt x="99" y="17"/>
                    <a:pt x="122" y="40"/>
                    <a:pt x="123" y="69"/>
                  </a:cubicBezTo>
                  <a:cubicBezTo>
                    <a:pt x="114" y="69"/>
                    <a:pt x="114" y="69"/>
                    <a:pt x="114" y="69"/>
                  </a:cubicBezTo>
                  <a:cubicBezTo>
                    <a:pt x="112" y="69"/>
                    <a:pt x="111" y="70"/>
                    <a:pt x="111" y="71"/>
                  </a:cubicBezTo>
                  <a:cubicBezTo>
                    <a:pt x="111" y="73"/>
                    <a:pt x="112" y="74"/>
                    <a:pt x="114" y="74"/>
                  </a:cubicBezTo>
                  <a:cubicBezTo>
                    <a:pt x="123" y="74"/>
                    <a:pt x="123" y="74"/>
                    <a:pt x="123" y="74"/>
                  </a:cubicBezTo>
                  <a:cubicBezTo>
                    <a:pt x="122" y="103"/>
                    <a:pt x="99" y="126"/>
                    <a:pt x="70" y="128"/>
                  </a:cubicBezTo>
                  <a:cubicBezTo>
                    <a:pt x="70" y="118"/>
                    <a:pt x="70" y="118"/>
                    <a:pt x="70" y="118"/>
                  </a:cubicBezTo>
                  <a:cubicBezTo>
                    <a:pt x="70" y="116"/>
                    <a:pt x="69" y="115"/>
                    <a:pt x="67" y="115"/>
                  </a:cubicBezTo>
                  <a:cubicBezTo>
                    <a:pt x="65" y="115"/>
                    <a:pt x="64" y="116"/>
                    <a:pt x="64" y="118"/>
                  </a:cubicBezTo>
                  <a:cubicBezTo>
                    <a:pt x="64" y="128"/>
                    <a:pt x="64" y="128"/>
                    <a:pt x="64" y="128"/>
                  </a:cubicBezTo>
                  <a:cubicBezTo>
                    <a:pt x="35" y="126"/>
                    <a:pt x="12" y="103"/>
                    <a:pt x="11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20" name="Freeform 102"/>
            <p:cNvSpPr/>
            <p:nvPr/>
          </p:nvSpPr>
          <p:spPr bwMode="auto">
            <a:xfrm>
              <a:off x="2059279" y="4371797"/>
              <a:ext cx="142260" cy="129781"/>
            </a:xfrm>
            <a:custGeom>
              <a:avLst/>
              <a:gdLst>
                <a:gd name="T0" fmla="*/ 3 w 43"/>
                <a:gd name="T1" fmla="*/ 39 h 39"/>
                <a:gd name="T2" fmla="*/ 3 w 43"/>
                <a:gd name="T3" fmla="*/ 39 h 39"/>
                <a:gd name="T4" fmla="*/ 40 w 43"/>
                <a:gd name="T5" fmla="*/ 39 h 39"/>
                <a:gd name="T6" fmla="*/ 43 w 43"/>
                <a:gd name="T7" fmla="*/ 36 h 39"/>
                <a:gd name="T8" fmla="*/ 40 w 43"/>
                <a:gd name="T9" fmla="*/ 34 h 39"/>
                <a:gd name="T10" fmla="*/ 6 w 43"/>
                <a:gd name="T11" fmla="*/ 34 h 39"/>
                <a:gd name="T12" fmla="*/ 6 w 43"/>
                <a:gd name="T13" fmla="*/ 3 h 39"/>
                <a:gd name="T14" fmla="*/ 3 w 43"/>
                <a:gd name="T15" fmla="*/ 0 h 39"/>
                <a:gd name="T16" fmla="*/ 0 w 43"/>
                <a:gd name="T17" fmla="*/ 3 h 39"/>
                <a:gd name="T18" fmla="*/ 0 w 43"/>
                <a:gd name="T19" fmla="*/ 36 h 39"/>
                <a:gd name="T20" fmla="*/ 3 w 43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39">
                  <a:moveTo>
                    <a:pt x="3" y="39"/>
                  </a:moveTo>
                  <a:cubicBezTo>
                    <a:pt x="3" y="39"/>
                    <a:pt x="3" y="39"/>
                    <a:pt x="3" y="39"/>
                  </a:cubicBezTo>
                  <a:cubicBezTo>
                    <a:pt x="40" y="39"/>
                    <a:pt x="40" y="39"/>
                    <a:pt x="40" y="39"/>
                  </a:cubicBezTo>
                  <a:cubicBezTo>
                    <a:pt x="41" y="39"/>
                    <a:pt x="43" y="38"/>
                    <a:pt x="43" y="36"/>
                  </a:cubicBezTo>
                  <a:cubicBezTo>
                    <a:pt x="43" y="35"/>
                    <a:pt x="41" y="34"/>
                    <a:pt x="40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8"/>
                    <a:pt x="1" y="39"/>
                    <a:pt x="3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0642901" y="2726766"/>
            <a:ext cx="991298" cy="1026077"/>
            <a:chOff x="1163293" y="4009909"/>
            <a:chExt cx="426779" cy="441753"/>
          </a:xfrm>
          <a:solidFill>
            <a:srgbClr val="44546A"/>
          </a:solidFill>
        </p:grpSpPr>
        <p:sp>
          <p:nvSpPr>
            <p:cNvPr id="23" name="Freeform 129"/>
            <p:cNvSpPr/>
            <p:nvPr/>
          </p:nvSpPr>
          <p:spPr bwMode="auto">
            <a:xfrm>
              <a:off x="1163293" y="4192101"/>
              <a:ext cx="426779" cy="157235"/>
            </a:xfrm>
            <a:custGeom>
              <a:avLst/>
              <a:gdLst>
                <a:gd name="T0" fmla="*/ 86 w 171"/>
                <a:gd name="T1" fmla="*/ 36 h 63"/>
                <a:gd name="T2" fmla="*/ 24 w 171"/>
                <a:gd name="T3" fmla="*/ 0 h 63"/>
                <a:gd name="T4" fmla="*/ 0 w 171"/>
                <a:gd name="T5" fmla="*/ 15 h 63"/>
                <a:gd name="T6" fmla="*/ 86 w 171"/>
                <a:gd name="T7" fmla="*/ 63 h 63"/>
                <a:gd name="T8" fmla="*/ 171 w 171"/>
                <a:gd name="T9" fmla="*/ 15 h 63"/>
                <a:gd name="T10" fmla="*/ 147 w 171"/>
                <a:gd name="T11" fmla="*/ 0 h 63"/>
                <a:gd name="T12" fmla="*/ 86 w 171"/>
                <a:gd name="T13" fmla="*/ 3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1" h="63">
                  <a:moveTo>
                    <a:pt x="86" y="36"/>
                  </a:moveTo>
                  <a:lnTo>
                    <a:pt x="24" y="0"/>
                  </a:lnTo>
                  <a:lnTo>
                    <a:pt x="0" y="15"/>
                  </a:lnTo>
                  <a:lnTo>
                    <a:pt x="86" y="63"/>
                  </a:lnTo>
                  <a:lnTo>
                    <a:pt x="171" y="15"/>
                  </a:lnTo>
                  <a:lnTo>
                    <a:pt x="147" y="0"/>
                  </a:lnTo>
                  <a:lnTo>
                    <a:pt x="86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24" name="Freeform 130"/>
            <p:cNvSpPr/>
            <p:nvPr/>
          </p:nvSpPr>
          <p:spPr bwMode="auto">
            <a:xfrm>
              <a:off x="1163293" y="4296924"/>
              <a:ext cx="426779" cy="154738"/>
            </a:xfrm>
            <a:custGeom>
              <a:avLst/>
              <a:gdLst>
                <a:gd name="T0" fmla="*/ 86 w 171"/>
                <a:gd name="T1" fmla="*/ 34 h 62"/>
                <a:gd name="T2" fmla="*/ 24 w 171"/>
                <a:gd name="T3" fmla="*/ 0 h 62"/>
                <a:gd name="T4" fmla="*/ 0 w 171"/>
                <a:gd name="T5" fmla="*/ 13 h 62"/>
                <a:gd name="T6" fmla="*/ 86 w 171"/>
                <a:gd name="T7" fmla="*/ 62 h 62"/>
                <a:gd name="T8" fmla="*/ 171 w 171"/>
                <a:gd name="T9" fmla="*/ 13 h 62"/>
                <a:gd name="T10" fmla="*/ 147 w 171"/>
                <a:gd name="T11" fmla="*/ 0 h 62"/>
                <a:gd name="T12" fmla="*/ 86 w 171"/>
                <a:gd name="T13" fmla="*/ 3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1" h="62">
                  <a:moveTo>
                    <a:pt x="86" y="34"/>
                  </a:moveTo>
                  <a:lnTo>
                    <a:pt x="24" y="0"/>
                  </a:lnTo>
                  <a:lnTo>
                    <a:pt x="0" y="13"/>
                  </a:lnTo>
                  <a:lnTo>
                    <a:pt x="86" y="62"/>
                  </a:lnTo>
                  <a:lnTo>
                    <a:pt x="171" y="13"/>
                  </a:lnTo>
                  <a:lnTo>
                    <a:pt x="147" y="0"/>
                  </a:lnTo>
                  <a:lnTo>
                    <a:pt x="86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25" name="Freeform 131"/>
            <p:cNvSpPr/>
            <p:nvPr/>
          </p:nvSpPr>
          <p:spPr bwMode="auto">
            <a:xfrm>
              <a:off x="1163293" y="4009909"/>
              <a:ext cx="426779" cy="242092"/>
            </a:xfrm>
            <a:custGeom>
              <a:avLst/>
              <a:gdLst>
                <a:gd name="T0" fmla="*/ 171 w 171"/>
                <a:gd name="T1" fmla="*/ 48 h 97"/>
                <a:gd name="T2" fmla="*/ 86 w 171"/>
                <a:gd name="T3" fmla="*/ 0 h 97"/>
                <a:gd name="T4" fmla="*/ 0 w 171"/>
                <a:gd name="T5" fmla="*/ 48 h 97"/>
                <a:gd name="T6" fmla="*/ 86 w 171"/>
                <a:gd name="T7" fmla="*/ 97 h 97"/>
                <a:gd name="T8" fmla="*/ 171 w 171"/>
                <a:gd name="T9" fmla="*/ 4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97">
                  <a:moveTo>
                    <a:pt x="171" y="48"/>
                  </a:moveTo>
                  <a:lnTo>
                    <a:pt x="86" y="0"/>
                  </a:lnTo>
                  <a:lnTo>
                    <a:pt x="0" y="48"/>
                  </a:lnTo>
                  <a:lnTo>
                    <a:pt x="86" y="97"/>
                  </a:lnTo>
                  <a:lnTo>
                    <a:pt x="171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</p:grp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1911350" y="4582160"/>
            <a:ext cx="3914140" cy="1268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noAutofit/>
          </a:bodyPr>
          <a:lstStyle/>
          <a:p>
            <a:pPr defTabSz="1450975"/>
            <a:r>
              <a:rPr lang="en-US" altLang="en-US" sz="1600" b="1" dirty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 Availability &amp; Immediate Access</a:t>
            </a:r>
            <a:r>
              <a:rPr sz="1600" b="1" dirty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sz="1600" b="1" dirty="0">
              <a:solidFill>
                <a:srgbClr val="44546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defTabSz="1450975">
              <a:lnSpc>
                <a:spcPct val="150000"/>
              </a:lnSpc>
            </a:pPr>
            <a:r>
              <a:rPr lang="en-US" altLang="en-US" sz="1050" dirty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Open participation for anyone with internet access. Faster funding processes and reduced fraud risk through transparent blockchain records and instant ownership distribution.</a:t>
            </a:r>
            <a:endParaRPr lang="en-US" altLang="en-US" sz="1050" dirty="0">
              <a:solidFill>
                <a:srgbClr val="44546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Text Box 10"/>
          <p:cNvSpPr txBox="1">
            <a:spLocks noChangeArrowheads="1"/>
          </p:cNvSpPr>
          <p:nvPr/>
        </p:nvSpPr>
        <p:spPr bwMode="auto">
          <a:xfrm>
            <a:off x="6634326" y="2590199"/>
            <a:ext cx="3719804" cy="1203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r" defTabSz="1450975">
              <a:lnSpc>
                <a:spcPct val="150000"/>
              </a:lnSpc>
            </a:pPr>
            <a:r>
              <a:rPr lang="en-US" altLang="en-US" b="1" dirty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Tokenization</a:t>
            </a:r>
            <a:r>
              <a:rPr b="1" dirty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b="1" dirty="0">
              <a:solidFill>
                <a:srgbClr val="44546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 defTabSz="1450975">
              <a:lnSpc>
                <a:spcPct val="150000"/>
              </a:lnSpc>
            </a:pPr>
            <a:r>
              <a:rPr lang="en-US" altLang="en-US" sz="1050" dirty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Converts ownership or assets into digital tokens (e.g., ICOs). Enables fractional ownership, aligns investor returns with project success, and introduces new funding models.</a:t>
            </a:r>
            <a:r>
              <a:rPr lang="zh-CN" altLang="en-US" sz="1050" dirty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  <a:endParaRPr lang="zh-CN" altLang="en-US" sz="1050" dirty="0">
              <a:solidFill>
                <a:srgbClr val="44546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6634326" y="4582175"/>
            <a:ext cx="3719804" cy="1203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r" defTabSz="1450975">
              <a:lnSpc>
                <a:spcPct val="150000"/>
              </a:lnSpc>
            </a:pPr>
            <a:r>
              <a:rPr lang="en-US" altLang="en-US" b="1" dirty="0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Smart Contracts</a:t>
            </a:r>
            <a:endParaRPr lang="en-US" altLang="en-US" b="1" dirty="0">
              <a:solidFill>
                <a:prstClr val="white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 defTabSz="1450975">
              <a:lnSpc>
                <a:spcPct val="150000"/>
              </a:lnSpc>
            </a:pPr>
            <a:r>
              <a:rPr lang="en-US" altLang="en-US" sz="1050" dirty="0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Automates funding conditions and enforces milestones. Releases funds only when predefined requirements are met, increasing accountability and reducing misuse.</a:t>
            </a:r>
            <a:r>
              <a:rPr lang="zh-CN" altLang="en-US" sz="1050" dirty="0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  <a:endParaRPr lang="zh-CN" altLang="en-US" sz="1050" dirty="0">
              <a:solidFill>
                <a:prstClr val="white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Freeform 103"/>
          <p:cNvSpPr>
            <a:spLocks noEditPoints="1"/>
          </p:cNvSpPr>
          <p:nvPr/>
        </p:nvSpPr>
        <p:spPr bwMode="auto">
          <a:xfrm>
            <a:off x="737758" y="2730807"/>
            <a:ext cx="901456" cy="889516"/>
          </a:xfrm>
          <a:custGeom>
            <a:avLst/>
            <a:gdLst>
              <a:gd name="T0" fmla="*/ 14 w 113"/>
              <a:gd name="T1" fmla="*/ 13 h 112"/>
              <a:gd name="T2" fmla="*/ 14 w 113"/>
              <a:gd name="T3" fmla="*/ 63 h 112"/>
              <a:gd name="T4" fmla="*/ 49 w 113"/>
              <a:gd name="T5" fmla="*/ 71 h 112"/>
              <a:gd name="T6" fmla="*/ 60 w 113"/>
              <a:gd name="T7" fmla="*/ 82 h 112"/>
              <a:gd name="T8" fmla="*/ 75 w 113"/>
              <a:gd name="T9" fmla="*/ 79 h 112"/>
              <a:gd name="T10" fmla="*/ 75 w 113"/>
              <a:gd name="T11" fmla="*/ 93 h 112"/>
              <a:gd name="T12" fmla="*/ 78 w 113"/>
              <a:gd name="T13" fmla="*/ 97 h 112"/>
              <a:gd name="T14" fmla="*/ 92 w 113"/>
              <a:gd name="T15" fmla="*/ 97 h 112"/>
              <a:gd name="T16" fmla="*/ 91 w 113"/>
              <a:gd name="T17" fmla="*/ 112 h 112"/>
              <a:gd name="T18" fmla="*/ 113 w 113"/>
              <a:gd name="T19" fmla="*/ 112 h 112"/>
              <a:gd name="T20" fmla="*/ 113 w 113"/>
              <a:gd name="T21" fmla="*/ 91 h 112"/>
              <a:gd name="T22" fmla="*/ 71 w 113"/>
              <a:gd name="T23" fmla="*/ 49 h 112"/>
              <a:gd name="T24" fmla="*/ 63 w 113"/>
              <a:gd name="T25" fmla="*/ 13 h 112"/>
              <a:gd name="T26" fmla="*/ 14 w 113"/>
              <a:gd name="T27" fmla="*/ 13 h 112"/>
              <a:gd name="T28" fmla="*/ 17 w 113"/>
              <a:gd name="T29" fmla="*/ 53 h 112"/>
              <a:gd name="T30" fmla="*/ 20 w 113"/>
              <a:gd name="T31" fmla="*/ 20 h 112"/>
              <a:gd name="T32" fmla="*/ 53 w 113"/>
              <a:gd name="T33" fmla="*/ 17 h 112"/>
              <a:gd name="T34" fmla="*/ 17 w 113"/>
              <a:gd name="T35" fmla="*/ 53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3" h="112">
                <a:moveTo>
                  <a:pt x="14" y="13"/>
                </a:moveTo>
                <a:cubicBezTo>
                  <a:pt x="0" y="27"/>
                  <a:pt x="0" y="49"/>
                  <a:pt x="14" y="63"/>
                </a:cubicBezTo>
                <a:cubicBezTo>
                  <a:pt x="23" y="72"/>
                  <a:pt x="37" y="75"/>
                  <a:pt x="49" y="71"/>
                </a:cubicBezTo>
                <a:cubicBezTo>
                  <a:pt x="60" y="82"/>
                  <a:pt x="60" y="82"/>
                  <a:pt x="60" y="82"/>
                </a:cubicBezTo>
                <a:cubicBezTo>
                  <a:pt x="60" y="82"/>
                  <a:pt x="70" y="74"/>
                  <a:pt x="75" y="79"/>
                </a:cubicBezTo>
                <a:cubicBezTo>
                  <a:pt x="79" y="83"/>
                  <a:pt x="76" y="89"/>
                  <a:pt x="75" y="93"/>
                </a:cubicBezTo>
                <a:cubicBezTo>
                  <a:pt x="74" y="95"/>
                  <a:pt x="73" y="99"/>
                  <a:pt x="78" y="97"/>
                </a:cubicBezTo>
                <a:cubicBezTo>
                  <a:pt x="81" y="96"/>
                  <a:pt x="88" y="92"/>
                  <a:pt x="92" y="97"/>
                </a:cubicBezTo>
                <a:cubicBezTo>
                  <a:pt x="97" y="102"/>
                  <a:pt x="91" y="112"/>
                  <a:pt x="91" y="112"/>
                </a:cubicBezTo>
                <a:cubicBezTo>
                  <a:pt x="113" y="112"/>
                  <a:pt x="113" y="112"/>
                  <a:pt x="113" y="112"/>
                </a:cubicBezTo>
                <a:cubicBezTo>
                  <a:pt x="113" y="91"/>
                  <a:pt x="113" y="91"/>
                  <a:pt x="113" y="91"/>
                </a:cubicBezTo>
                <a:cubicBezTo>
                  <a:pt x="71" y="49"/>
                  <a:pt x="71" y="49"/>
                  <a:pt x="71" y="49"/>
                </a:cubicBezTo>
                <a:cubicBezTo>
                  <a:pt x="75" y="37"/>
                  <a:pt x="72" y="23"/>
                  <a:pt x="63" y="13"/>
                </a:cubicBezTo>
                <a:cubicBezTo>
                  <a:pt x="49" y="0"/>
                  <a:pt x="27" y="0"/>
                  <a:pt x="14" y="13"/>
                </a:cubicBezTo>
                <a:close/>
                <a:moveTo>
                  <a:pt x="17" y="53"/>
                </a:moveTo>
                <a:cubicBezTo>
                  <a:pt x="11" y="43"/>
                  <a:pt x="12" y="29"/>
                  <a:pt x="20" y="20"/>
                </a:cubicBezTo>
                <a:cubicBezTo>
                  <a:pt x="29" y="12"/>
                  <a:pt x="43" y="11"/>
                  <a:pt x="53" y="17"/>
                </a:cubicBezTo>
                <a:lnTo>
                  <a:pt x="17" y="5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000">
              <a:solidFill>
                <a:prstClr val="black"/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124723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1247236"/>
                <a:ext cx="2032000" cy="809625"/>
              </a:xfrm>
              <a:prstGeom prst="rect"/>
            </p:spPr>
          </p:pic>
        </mc:Fallback>
      </mc:AlternateContent>
      <p:sp>
        <p:nvSpPr>
          <p:cNvPr id="6" name="矩形 5"/>
          <p:cNvSpPr/>
          <p:nvPr/>
        </p:nvSpPr>
        <p:spPr>
          <a:xfrm>
            <a:off x="1491487" y="450721"/>
            <a:ext cx="9570085" cy="805815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zh-CN" sz="48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Platforms using </a:t>
            </a:r>
            <a:r>
              <a:rPr lang="en-US" altLang="zh-CN" sz="48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Blockchain </a:t>
            </a:r>
            <a:r>
              <a:rPr lang="zh-CN" altLang="en-US" sz="48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</a:t>
            </a:r>
            <a:endParaRPr lang="zh-CN" altLang="en-US" sz="48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077085" y="1907540"/>
            <a:ext cx="7973060" cy="4580890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540" y="2071370"/>
            <a:ext cx="7614920" cy="4253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95894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958946"/>
                <a:ext cx="2032000" cy="809625"/>
              </a:xfrm>
              <a:prstGeom prst="rect"/>
            </p:spPr>
          </p:pic>
        </mc:Fallback>
      </mc:AlternateContent>
      <p:sp>
        <p:nvSpPr>
          <p:cNvPr id="6" name="矩形 5"/>
          <p:cNvSpPr/>
          <p:nvPr/>
        </p:nvSpPr>
        <p:spPr>
          <a:xfrm>
            <a:off x="2260472" y="182751"/>
            <a:ext cx="8484235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en-US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Real Example: </a:t>
            </a:r>
            <a:r>
              <a:rPr lang="en-US" altLang="en-US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hlinkClick r:id="rId3" action="ppaction://hlinkfile"/>
              </a:rPr>
              <a:t>KickICO</a:t>
            </a:r>
            <a:endParaRPr lang="en-US" altLang="en-US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28575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6336" y="-182787"/>
            <a:ext cx="1514263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4</a:t>
            </a:r>
            <a:endParaRPr lang="en-US" altLang="zh-CN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211830" y="1065530"/>
            <a:ext cx="645033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400" b="1">
                <a:solidFill>
                  <a:schemeClr val="tx2">
                    <a:lumMod val="75000"/>
                  </a:schemeClr>
                </a:solidFill>
              </a:rPr>
              <a:t>Blockchain-based crowdfunding platform</a:t>
            </a:r>
            <a:endParaRPr lang="en-US" altLang="zh-CN" sz="24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矩形 14"/>
          <p:cNvSpPr/>
          <p:nvPr/>
        </p:nvSpPr>
        <p:spPr>
          <a:xfrm>
            <a:off x="901065" y="2314575"/>
            <a:ext cx="8266430" cy="3766185"/>
          </a:xfrm>
          <a:prstGeom prst="rect">
            <a:avLst/>
          </a:prstGeom>
        </p:spPr>
        <p:txBody>
          <a:bodyPr wrap="none" lIns="68571" tIns="34285" rIns="68571" bIns="34285">
            <a:noAutofit/>
          </a:bodyPr>
          <a:lstStyle/>
          <a:p>
            <a:pPr marL="571500" indent="-571500" algn="l">
              <a:buFont typeface="Wingdings" panose="05000000000000000000" charset="0"/>
              <a:buChar char="ü"/>
            </a:pPr>
            <a:r>
              <a:rPr lang="en-US" altLang="en-US" sz="2800" b="1" i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Uses tokenization (ICOs) to raise funds</a:t>
            </a:r>
            <a:endParaRPr lang="en-US" altLang="en-US" sz="2800" b="1" i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571500" indent="-571500" algn="l">
              <a:buFont typeface="Wingdings" panose="05000000000000000000" charset="0"/>
              <a:buChar char="ü"/>
            </a:pPr>
            <a:r>
              <a:rPr lang="en-US" altLang="en-US" sz="2800" b="1" i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Smart contracts automate funding rules </a:t>
            </a:r>
            <a:br>
              <a:rPr lang="en-US" altLang="en-US" sz="2800" b="1" i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</a:br>
            <a:r>
              <a:rPr lang="en-US" altLang="en-US" sz="2800" b="1" i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and distribution</a:t>
            </a:r>
            <a:endParaRPr lang="en-US" altLang="en-US" sz="2800" b="1" i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571500" indent="-571500" algn="l">
              <a:buFont typeface="Wingdings" panose="05000000000000000000" charset="0"/>
              <a:buChar char="ü"/>
            </a:pPr>
            <a:r>
              <a:rPr lang="en-US" altLang="en-US" sz="2800" b="1" i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Investors receive digital tokens representing </a:t>
            </a:r>
            <a:br>
              <a:rPr lang="en-US" altLang="en-US" sz="2800" b="1" i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</a:br>
            <a:r>
              <a:rPr lang="en-US" altLang="en-US" sz="2800" b="1" i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value or utility</a:t>
            </a:r>
            <a:endParaRPr lang="en-US" altLang="en-US" sz="2800" b="1" i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571500" indent="-571500" algn="l">
              <a:buFont typeface="Wingdings" panose="05000000000000000000" charset="0"/>
              <a:buChar char="ü"/>
            </a:pPr>
            <a:r>
              <a:rPr lang="en-US" altLang="en-US" sz="2800" b="1" i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Removes intermediaries, reducing costs and </a:t>
            </a:r>
            <a:br>
              <a:rPr lang="en-US" altLang="en-US" sz="2800" b="1" i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</a:br>
            <a:r>
              <a:rPr lang="en-US" altLang="en-US" sz="2800" b="1" i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increasing transparency</a:t>
            </a:r>
            <a:endParaRPr lang="en-US" altLang="en-US" sz="2800" b="1" i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571500" indent="-571500" algn="l">
              <a:buFont typeface="Wingdings" panose="05000000000000000000" charset="0"/>
              <a:buChar char="ü"/>
            </a:pPr>
            <a:r>
              <a:rPr lang="en-US" altLang="en-US" sz="2800" b="1" i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Enabled global participation from investors</a:t>
            </a:r>
            <a:endParaRPr lang="en-US" altLang="en-US" sz="2800" b="1" i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571500" indent="-571500" algn="l">
              <a:buFont typeface="Wingdings" panose="05000000000000000000" charset="0"/>
              <a:buChar char="ü"/>
            </a:pPr>
            <a:endParaRPr lang="en-US" altLang="en-US" sz="2800" b="1" i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406400"/>
            <a:ext cx="12192000" cy="228600"/>
            <a:chOff x="0" y="571500"/>
            <a:chExt cx="12192000" cy="228600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 rot="10800000">
            <a:off x="0" y="6235700"/>
            <a:ext cx="12192000" cy="228600"/>
            <a:chOff x="0" y="571500"/>
            <a:chExt cx="12192000" cy="228600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13"/>
          <p:cNvSpPr txBox="1"/>
          <p:nvPr/>
        </p:nvSpPr>
        <p:spPr>
          <a:xfrm rot="21412603">
            <a:off x="492760" y="2871470"/>
            <a:ext cx="112890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THANK YOU</a:t>
            </a:r>
            <a:endParaRPr lang="zh-CN" altLang="en-US" sz="96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381586">
              <a:off x="2263007" y="4248119"/>
              <a:ext cx="8318034" cy="1531594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381586">
                <a:off x="2263007" y="4248119"/>
                <a:ext cx="8318034" cy="1531594"/>
              </a:xfrm>
              <a:prstGeom prst="rect"/>
            </p:spPr>
          </p:pic>
        </mc:Fallback>
      </mc:AlternateContent>
      <p:grpSp>
        <p:nvGrpSpPr>
          <p:cNvPr id="26" name="组合 25"/>
          <p:cNvGrpSpPr/>
          <p:nvPr/>
        </p:nvGrpSpPr>
        <p:grpSpPr>
          <a:xfrm rot="21282385">
            <a:off x="941339" y="999551"/>
            <a:ext cx="3643361" cy="2315957"/>
            <a:chOff x="1335039" y="920933"/>
            <a:chExt cx="3675281" cy="233624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r:id="rId3" p14:bwMode="auto">
              <p14:nvContentPartPr>
                <p14:cNvPr id="19" name="墨迹 18"/>
                <p14:cNvContentPartPr/>
                <p14:nvPr/>
              </p14:nvContentPartPr>
              <p14:xfrm>
                <a:off x="1335039" y="920933"/>
                <a:ext cx="3675281" cy="2336247"/>
              </p14:xfrm>
            </p:contentPart>
          </mc:Choice>
          <mc:Fallback xmlns="">
            <p:pic>
              <p:nvPicPr>
                <p:cNvPr id="19" name="墨迹 18"/>
              </p:nvPicPr>
              <p:blipFill>
                <a:blip r:embed="rId4"/>
              </p:blipFill>
              <p:spPr>
                <a:xfrm>
                  <a:off x="1335039" y="920933"/>
                  <a:ext cx="3675281" cy="2336247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5" p14:bwMode="auto">
              <p14:nvContentPartPr>
                <p14:cNvPr id="20" name="墨迹 19"/>
                <p14:cNvContentPartPr/>
                <p14:nvPr/>
              </p14:nvContentPartPr>
              <p14:xfrm>
                <a:off x="2257760" y="921140"/>
                <a:ext cx="656280" cy="407160"/>
              </p14:xfrm>
            </p:contentPart>
          </mc:Choice>
          <mc:Fallback xmlns="">
            <p:pic>
              <p:nvPicPr>
                <p:cNvPr id="20" name="墨迹 19"/>
              </p:nvPicPr>
              <p:blipFill>
                <a:blip r:embed="rId6"/>
              </p:blipFill>
              <p:spPr>
                <a:xfrm>
                  <a:off x="2257760" y="921140"/>
                  <a:ext cx="656280" cy="407160"/>
                </a:xfrm>
                <a:prstGeom prst="rect"/>
              </p:spPr>
            </p:pic>
          </mc:Fallback>
        </mc:AlternateContent>
      </p:grpSp>
      <p:sp>
        <p:nvSpPr>
          <p:cNvPr id="113" name="KSO_Shape"/>
          <p:cNvSpPr/>
          <p:nvPr/>
        </p:nvSpPr>
        <p:spPr bwMode="auto">
          <a:xfrm rot="2633721">
            <a:off x="8470899" y="935103"/>
            <a:ext cx="1346200" cy="1800225"/>
          </a:xfrm>
          <a:custGeom>
            <a:avLst/>
            <a:gdLst>
              <a:gd name="T0" fmla="*/ 1281616 w 634"/>
              <a:gd name="T1" fmla="*/ 39819 h 633"/>
              <a:gd name="T2" fmla="*/ 1281616 w 634"/>
              <a:gd name="T3" fmla="*/ 39819 h 633"/>
              <a:gd name="T4" fmla="*/ 0 w 634"/>
              <a:gd name="T5" fmla="*/ 878867 h 633"/>
              <a:gd name="T6" fmla="*/ 405951 w 634"/>
              <a:gd name="T7" fmla="*/ 1214486 h 633"/>
              <a:gd name="T8" fmla="*/ 656748 w 634"/>
              <a:gd name="T9" fmla="*/ 1797553 h 633"/>
              <a:gd name="T10" fmla="*/ 1313497 w 634"/>
              <a:gd name="T11" fmla="*/ 82483 h 633"/>
              <a:gd name="T12" fmla="*/ 1281616 w 634"/>
              <a:gd name="T13" fmla="*/ 39819 h 633"/>
              <a:gd name="T14" fmla="*/ 157280 w 634"/>
              <a:gd name="T15" fmla="*/ 878867 h 633"/>
              <a:gd name="T16" fmla="*/ 157280 w 634"/>
              <a:gd name="T17" fmla="*/ 878867 h 633"/>
              <a:gd name="T18" fmla="*/ 1126461 w 634"/>
              <a:gd name="T19" fmla="*/ 250292 h 633"/>
              <a:gd name="T20" fmla="*/ 437832 w 634"/>
              <a:gd name="T21" fmla="*/ 1086496 h 633"/>
              <a:gd name="T22" fmla="*/ 157280 w 634"/>
              <a:gd name="T23" fmla="*/ 878867 h 633"/>
              <a:gd name="T24" fmla="*/ 656748 w 634"/>
              <a:gd name="T25" fmla="*/ 1589924 h 633"/>
              <a:gd name="T26" fmla="*/ 656748 w 634"/>
              <a:gd name="T27" fmla="*/ 1589924 h 633"/>
              <a:gd name="T28" fmla="*/ 501594 w 634"/>
              <a:gd name="T29" fmla="*/ 1129159 h 633"/>
              <a:gd name="T30" fmla="*/ 1158342 w 634"/>
              <a:gd name="T31" fmla="*/ 290111 h 633"/>
              <a:gd name="T32" fmla="*/ 656748 w 634"/>
              <a:gd name="T33" fmla="*/ 1589924 h 6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634" h="633">
                <a:moveTo>
                  <a:pt x="603" y="14"/>
                </a:moveTo>
                <a:lnTo>
                  <a:pt x="603" y="14"/>
                </a:lnTo>
                <a:cubicBezTo>
                  <a:pt x="574" y="14"/>
                  <a:pt x="0" y="309"/>
                  <a:pt x="0" y="309"/>
                </a:cubicBezTo>
                <a:lnTo>
                  <a:pt x="191" y="427"/>
                </a:lnTo>
                <a:lnTo>
                  <a:pt x="309" y="632"/>
                </a:lnTo>
                <a:cubicBezTo>
                  <a:pt x="309" y="632"/>
                  <a:pt x="618" y="44"/>
                  <a:pt x="618" y="29"/>
                </a:cubicBezTo>
                <a:cubicBezTo>
                  <a:pt x="633" y="14"/>
                  <a:pt x="618" y="0"/>
                  <a:pt x="603" y="14"/>
                </a:cubicBezTo>
                <a:close/>
                <a:moveTo>
                  <a:pt x="74" y="309"/>
                </a:moveTo>
                <a:lnTo>
                  <a:pt x="74" y="309"/>
                </a:lnTo>
                <a:cubicBezTo>
                  <a:pt x="530" y="88"/>
                  <a:pt x="530" y="88"/>
                  <a:pt x="530" y="88"/>
                </a:cubicBezTo>
                <a:cubicBezTo>
                  <a:pt x="206" y="382"/>
                  <a:pt x="206" y="382"/>
                  <a:pt x="206" y="382"/>
                </a:cubicBezTo>
                <a:lnTo>
                  <a:pt x="74" y="309"/>
                </a:lnTo>
                <a:close/>
                <a:moveTo>
                  <a:pt x="309" y="559"/>
                </a:moveTo>
                <a:lnTo>
                  <a:pt x="309" y="559"/>
                </a:lnTo>
                <a:cubicBezTo>
                  <a:pt x="309" y="559"/>
                  <a:pt x="250" y="441"/>
                  <a:pt x="236" y="397"/>
                </a:cubicBezTo>
                <a:cubicBezTo>
                  <a:pt x="545" y="102"/>
                  <a:pt x="545" y="102"/>
                  <a:pt x="545" y="102"/>
                </a:cubicBezTo>
                <a:lnTo>
                  <a:pt x="309" y="559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wrap="none" lIns="121908" tIns="60955" rIns="121908" bIns="60955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itchFamily="2" charset="-122"/>
                <a:cs typeface="+mn-cs"/>
              </a:defRPr>
            </a:lvl9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15" name="墨迹 114"/>
              <p14:cNvContentPartPr/>
              <p14:nvPr/>
            </p14:nvContentPartPr>
            <p14:xfrm>
              <a:off x="7258215" y="1831673"/>
              <a:ext cx="1112400" cy="533880"/>
            </p14:xfrm>
          </p:contentPart>
        </mc:Choice>
        <mc:Fallback xmlns="">
          <p:pic>
            <p:nvPicPr>
              <p:cNvPr id="115" name="墨迹 114"/>
            </p:nvPicPr>
            <p:blipFill>
              <a:blip r:embed="rId8"/>
            </p:blipFill>
            <p:spPr>
              <a:xfrm>
                <a:off x="7258215" y="1831673"/>
                <a:ext cx="1112400" cy="5338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PP_MARK_KEY" val="fccd38f4-e913-46cc-92a5-33572aaec662"/>
  <p:tag name="COMMONDATA" val="eyJoZGlkIjoiMmNmYmEwOWQ4Y2Q0M2IxMGZkNjI4ZjhkZDQyNzg1OT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IBM Plex Sans"/>
        <a:font script="Hebr" typeface="IBM Plex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BM Plex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IBM Plex Sans"/>
        <a:font script="Hebr" typeface="IBM Plex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BM Plex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IBM Plex Sans"/>
        <a:font script="Hebr" typeface="IBM Plex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BM Plex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2710</Words>
  <Application>WPS Presentation</Application>
  <PresentationFormat>宽屏</PresentationFormat>
  <Paragraphs>170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SimSun</vt:lpstr>
      <vt:lpstr>Wingdings</vt:lpstr>
      <vt:lpstr>IBM Plex Sans</vt:lpstr>
      <vt:lpstr>苹方-简</vt:lpstr>
      <vt:lpstr>IBM Plex Sans SemiBold</vt:lpstr>
      <vt:lpstr>Calibri</vt:lpstr>
      <vt:lpstr>Wingdings</vt:lpstr>
      <vt:lpstr>Microsoft YaHei</vt:lpstr>
      <vt:lpstr>Open Sans</vt:lpstr>
      <vt:lpstr>Microsoft YaHei</vt:lpstr>
      <vt:lpstr>汉仪旗黑</vt:lpstr>
      <vt:lpstr>Arial Unicode MS</vt:lpstr>
      <vt:lpstr>Helvetica Neue</vt:lpstr>
      <vt:lpstr>宋体-简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Yusufjon Ahmedov</cp:lastModifiedBy>
  <cp:revision>57</cp:revision>
  <dcterms:created xsi:type="dcterms:W3CDTF">2026-05-07T02:17:58Z</dcterms:created>
  <dcterms:modified xsi:type="dcterms:W3CDTF">2026-05-07T02:17:58Z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081253DEC9BC9BEDF914FA6928A50FFE_41</vt:lpwstr>
  </property>
  <property fmtid="{D5CDD505-2E9C-101B-9397-08002B2CF9AE}" pid="3" name="KSOProductBuildVer">
    <vt:lpwstr>1033-12.1.25880.25880</vt:lpwstr>
  </property>
</Properties>
</file>